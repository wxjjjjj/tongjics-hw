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2" r:id="rId4"/>
  </p:sldMasterIdLst>
  <p:notesMasterIdLst>
    <p:notesMasterId r:id="rId8"/>
  </p:notesMasterIdLst>
  <p:sldIdLst>
    <p:sldId id="256" r:id="rId5"/>
    <p:sldId id="703" r:id="rId6"/>
    <p:sldId id="704" r:id="rId7"/>
    <p:sldId id="705" r:id="rId9"/>
    <p:sldId id="706" r:id="rId10"/>
    <p:sldId id="707" r:id="rId11"/>
    <p:sldId id="708" r:id="rId12"/>
    <p:sldId id="709" r:id="rId13"/>
    <p:sldId id="710" r:id="rId14"/>
    <p:sldId id="711" r:id="rId15"/>
    <p:sldId id="712" r:id="rId16"/>
    <p:sldId id="713" r:id="rId17"/>
    <p:sldId id="714" r:id="rId18"/>
    <p:sldId id="715" r:id="rId19"/>
    <p:sldId id="716" r:id="rId20"/>
    <p:sldId id="717" r:id="rId21"/>
    <p:sldId id="718" r:id="rId22"/>
    <p:sldId id="719" r:id="rId23"/>
    <p:sldId id="720" r:id="rId24"/>
    <p:sldId id="721" r:id="rId25"/>
    <p:sldId id="722" r:id="rId26"/>
    <p:sldId id="723" r:id="rId27"/>
    <p:sldId id="724" r:id="rId28"/>
    <p:sldId id="725" r:id="rId29"/>
    <p:sldId id="397" r:id="rId30"/>
    <p:sldId id="696" r:id="rId31"/>
    <p:sldId id="699" r:id="rId32"/>
    <p:sldId id="698" r:id="rId33"/>
    <p:sldId id="697" r:id="rId34"/>
    <p:sldId id="700" r:id="rId35"/>
    <p:sldId id="701" r:id="rId36"/>
    <p:sldId id="702" r:id="rId37"/>
    <p:sldId id="635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27E"/>
    <a:srgbClr val="FD9E01"/>
    <a:srgbClr val="005CA2"/>
    <a:srgbClr val="DAE8FC"/>
    <a:srgbClr val="FFFFFF"/>
    <a:srgbClr val="FFFAA4"/>
    <a:srgbClr val="0E49B5"/>
    <a:srgbClr val="172C51"/>
    <a:srgbClr val="02A4EC"/>
    <a:srgbClr val="09DE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73" autoAdjust="0"/>
    <p:restoredTop sz="85574" autoAdjust="0"/>
  </p:normalViewPr>
  <p:slideViewPr>
    <p:cSldViewPr snapToGrid="0">
      <p:cViewPr varScale="1">
        <p:scale>
          <a:sx n="97" d="100"/>
          <a:sy n="97" d="100"/>
        </p:scale>
        <p:origin x="10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4" Type="http://schemas.openxmlformats.org/officeDocument/2006/relationships/customXml" Target="../customXml/item3.xml"/><Relationship Id="rId43" Type="http://schemas.openxmlformats.org/officeDocument/2006/relationships/customXml" Target="../customXml/item2.xml"/><Relationship Id="rId42" Type="http://schemas.openxmlformats.org/officeDocument/2006/relationships/customXml" Target="../customXml/item1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Master" Target="slideMasters/slideMaster3.xml"/><Relationship Id="rId39" Type="http://schemas.openxmlformats.org/officeDocument/2006/relationships/presProps" Target="presProps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1T03:10:14"/>
    </inkml:context>
    <inkml:brush xml:id="br0">
      <inkml:brushProperty name="width" value="0.035" units="cm"/>
      <inkml:brushProperty name="height" value="0.035" units="cm"/>
      <inkml:brushProperty name="color" value="#000000"/>
    </inkml:brush>
  </inkml:definitions>
  <inkml:trace contextRef="#ctx0" brushRef="#br0">785.000 32.000 24575,'-51.000'-10.000'0,"2.000"4.000"0,-3.000 2.000 0,16.000 4.000 0,-7.000 0.000 0,10.000 0.000 0,-13.000 0.000 0,-1.000 4.000 0,4.000-2.000 0,-4.000 2.000 0,-5.000 6.000 0,13.000-8.000 0,-1.000 12.000 0,11.000-13.000 0,4.000 16.000 0,-5.000 0.000 0,5.000 13.000 0,0.000-1.000 0,5.000 21.000 0,4.000-4.000 0,-4.000 17.000 0,13.000-9.000 0,-2.000-6.000 0,9.000-2.000 0,0.000-4.000 0,4.000-12.000 0,7.000 10.000 0,9.000 1.000 0,7.000 4.000 0,10.000 7.000 0,1.000-19.000 0,0.000 3.000 0,22.000-9.000 0,-18.000-1.000 0,14.000-5.000 0,-11.000-2.000 0,-2.000-4.000 0,5.000 6.000 0,-7.000-6.000 0,-11.000 0.000 0,-6.000-9.000 0,4.000 7.000 0,-3.000-11.000 0,9.000 11.000 0,-9.000-12.000 0,8.000 4.000 0,9.000-5.000 0,1.000 0.000 0,27.000 0.000 0,-12.000 0.000 0,13.000-9.000 0,-21.000 2.000 0,-5.000-12.000 0,-20.000 3.000 0,3.000-12.000 0,-3.000 2.000 0,0.000-8.000 0,-1.000-1.000 0,-8.000 8.000 0,8.000-21.000 0,-8.000 20.000 0,0.000-27.000 0,-3.000 22.000 0,-2.000-22.000 0,-5.000 16.000 0,3.000-12.000 0,-9.000 14.000 0,-9.000 1.000 0,-1.000 6.000 0,-6.000 0.000 0,-2.000 0.000 0,-2.000 0.000 0,-16.000-10.000 0,-1.000 7.000 0,-15.000-8.000 0,4.000 9.000 0,-12.000 4.000 0,1.000 2.000 0,3.000 5.000 0,-6.000 5.000 0,5.000 1.000 0,-18.000 8.000 0,26.000 3.000 0,-5.000 4.000 0,34.000 0.000 0,-14.000 4.000 0,16.000-3.000 0,-2.000 3.000 0,16.000-4.000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1T03:10:15"/>
    </inkml:context>
    <inkml:brush xml:id="br0">
      <inkml:brushProperty name="width" value="0.035" units="cm"/>
      <inkml:brushProperty name="height" value="0.035" units="cm"/>
      <inkml:brushProperty name="color" value="#000000"/>
    </inkml:brush>
  </inkml:definitions>
  <inkml:trace contextRef="#ctx0" brushRef="#br0">4835.000 373.000 23110,'-10.000'-4.000'0,"-13.000"-6.000"719,-4.000-1.000-719,-19.000-14.000 246,-10.000 7.000-246,1.000-9.000 61,1.000 12.000 1,-5.000 1.000-62,0.000 1.000 0,-5.000 1.000 0,-30.000-5.000 0,-6.000 1.000-12,28.000 6.000 0,0.000 0.000 0,-5.000 1.000 12,-19.000-4.000 0,-5.000 1.000 0,3.000 0.000-396,12.000 3.000 1,1.000 1.000-1,0.000-1.000 396,-11.000 0.000 0,-2.000-1.000 0,9.000 1.000 0,6.000 2.000 0,3.000 0.000 0,10.000 0.000 0,-3.000 0.000 0,0.000 1.000 0,5.000 2.000 0,0.000 2.000 0,-1.000-1.000-160,-4.000-2.000 0,0.000 1.000 0,-1.000 0.000 160,-1.000 3.000 0,0.000 2.000 0,4.000-1.000 0,-8.000 1.000 0,5.000-2.000 189,9.000-2.000 1,-2.000 0.000-190,-1.000 2.000 0,-6.000 1.000 0,7.000-1.000 0,6.000-2.000 0,1.000 0.000 590,-29.000 3.000 0,3.000 0.000-590,0.000 0.000 0,-3.000 0.000 0,11.000 0.000 260,27.000 0.000 1,2.000 0.000-261,-21.000 0.000 0,-21.000 10.000 0,6.000-2.000 0,-11.000 14.000 0,27.000-5.000 0,5.000 5.000 0,28.000-2.000 0,0.000 0.000 0,-4.000 5.000 0,3.000 0.000 0,-14.000 11.000 0,12.000-4.000 0,-12.000-2.000 0,25.000-10.000 0,-14.000 4.000 0,-1.000 2.000 0,6.000 1.000 0,1.000-2.000 0,20.000-12.000 0,9.000-8.000 0,1.000-1.000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1T03:10:16"/>
    </inkml:context>
    <inkml:brush xml:id="br0">
      <inkml:brushProperty name="width" value="0.035" units="cm"/>
      <inkml:brushProperty name="height" value="0.035" units="cm"/>
      <inkml:brushProperty name="color" value="#000000"/>
    </inkml:brush>
  </inkml:definitions>
  <inkml:trace contextRef="#ctx0" brushRef="#br0">107.000 0.000 24575,'0.000'10.000'0,"-5.000"10.000"0,-11.000 11.000 0,-2.000 23.000 0,-8.000 2.000 0,10.000 12.000 0,5.000-12.000 0,6.000-8.000 0,5.000-2.000 0,0.000-16.000 0,-4.000 11.000 0,3.000-15.000 0,-3.000 3.000 0,4.000-22.000 0,13.000-9.000 0,9.000-4.000 0,14.000-12.000 0,23.000 5.000 0,32.000 1.000 0,-39.000 1.000 0,4.000 1.000 0,23.000 5.000 0,0.000 1.000 0,-27.000-2.000 0,0.000 0.000 0,17.000 0.000 0,-4.000 1.000 0,-8.000-1.000 0,3.000 0.000 0,-41.000 1.000 0,-10.000 5.000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1T03:10:20"/>
    </inkml:context>
    <inkml:brush xml:id="br0">
      <inkml:brushProperty name="width" value="0.035" units="cm"/>
      <inkml:brushProperty name="height" value="0.035" units="cm"/>
      <inkml:brushProperty name="color" value="#000000"/>
    </inkml:brush>
  </inkml:definitions>
  <inkml:trace contextRef="#ctx0" brushRef="#br0">788.000 1.000 9200,'-43.000'11.000'0,"4.000"-1.000"5120,-17.000 6.000-5120,16.000-9.000 2664,-26.000 12.000-2664,13.000-6.000 1582,-6.000 8.000-1582,-3.000 5.000 6009,13.000-4.000-6009,-9.000 14.000 0,14.000-2.000 0,-18.000 24.000 0,25.000-12.000 0,-9.000 16.000 0,14.000 4.000 0,13.000 4.000 0,2.000 14.000 0,11.000-4.000 0,16.000-8.000 0,12.000-9.000 0,12.000-10.000 0,4.000-20.000 0,3.000-3.000 0,-5.000-9.000 0,2.000-5.000 0,33.000 5.000 0,-2.000-3.000 0,-13.000-7.000 0,3.000 1.000 0,-4.000 1.000 0,2.000-1.000 0,8.000 1.000 0,3.000-1.000 0,11.000 2.000 0,0.000-2.000 0,-15.000-4.000 0,-1.000-2.000 0,14.000 1.000 0,-1.000-2.000 0,-17.000-5.000 0,2.000 0.000 0,23.000 0.000 0,3.000 0.000 0,-7.000 0.000 0,-1.000 0.000 0,8.000 0.000 0,-1.000 0.000 0,-7.000 0.000 0,-1.000 0.000 0,1.000 0.000 0,-1.000 0.000 0,-10.000 0.000 0,-1.000 0.000 0,-4.000-2.000 0,-2.000-1.000 0,38.000 2.000 0,0.000-3.000 0,-25.000 3.000 0,6.000 2.000 0,-2.000-1.000 0,2.000 0.000 0,11.000 0.000 0,1.000 0.000 0,0.000 0.000 0,1.000 0.000 0,-22.000 0.000 0,2.000 0.000 0,0.000 0.000 0,2.000 0.000 0,0.000 0.000 0,0.000 0.000-300,5.000 0.000 1,0.000 0.000 0,-1.000 0.000 299,-6.000 0.000 0,-1.000 0.000 0,-1.000 0.000 0,27.000 0.000 0,2.000 0.000 0,-20.000 0.000 0,3.000 0.000 0,-3.000 0.000 0,-9.000-1.000 0,-3.000 1.000 0,2.000 1.000 0,8.000 0.000 0,2.000 2.000 0,-3.000-1.000 0,17.000-2.000 0,-1.000 1.000 0,-24.000 3.000 0,1.000 1.000 0,-1.000-1.000 0,28.000 0.000 0,0.000 0.000-187,0.000 2.000 1,-1.000 1.000 186,-5.000-3.000 0,-7.000 0.000 0,-28.000-1.000 0,-1.000-1.000 0,18.000-1.000 0,-4.000-2.000 0,7.000 1.000 0,-14.000 0.000 0,3.000 0.000 440,-13.000 1.000 1,3.000-2.000-441,40.000-4.000 0,6.000-2.000 0,-5.000-1.000 0,0.000 0.000-7,-25.000-1.000 0,1.000 0.000 0,-3.000-1.000 7,23.000-3.000 0,-7.000-1.000 0,-22.000 2.000 0,-4.000-1.000 0,-6.000-1.000 0,-4.000 0.000 0,19.000-10.000 0,-6.000-6.000 0,-18.000 3.000 0,-2.000 1.000 0,2.000-3.000 411,12.000-14.000-411,15.000-17.000 0,-28.000 11.000 0,-22.000 12.000 0,4.000-24.000 0,-18.000 31.000 0,7.000-18.000 0,-13.000 23.000 0,4.000-1.000 0,-14.000-2.000 0,-11.000-3.000 0,-12.000 5.000 0,-10.000 5.000 0,-16.000 7.000 0,-11.000 13.000 0,17.000-4.000 0,-4.000-1.000 0,-4.000 2.000 0,-2.000 0.000 0,-1.000 1.000 0,-2.000-1.000 0,-19.000-4.000 0,0.000-2.000 0,16.000 3.000 0,0.000 0.000 0,-4.000 0.000 0,1.000 0.000 0,9.000-2.000 0,2.000 1.000 0,7.000 2.000 0,1.000 0.000 0,-2.000-1.000 0,2.000 0.000 0,-47.000-9.000 0,47.000 12.000 0,-2.000 1.000 0,-20.000-6.000 0,-3.000 1.000 0,5.000 7.000 0,-3.000-1.000 0,6.000-1.000 0,-3.000-2.000 0,2.000 2.000 0,-9.000 2.000 0,1.000 2.000 0,-10.000-1.000 0,-1.000 0.000 0,-6.000-3.000 0,1.000 0.000 0,10.000-1.000 0,0.000 1.000 0,-6.000-1.000 0,0.000 0.000 0,11.000 1.000 0,-1.000 1.000 0,-14.000 1.000 0,-1.000 2.000 0,6.000-1.000 0,0.000 0.000 0,-12.000 0.000 0,3.000 0.000 0,16.000 0.000 0,2.000 0.000 0,0.000 0.000 0,2.000 0.000 0,7.000 0.000 0,3.000 0.000 0,-1.000 0.000 0,3.000 0.000 0,-34.000 0.000 0,47.000 0.000 0,1.000 0.000 0,-35.000 0.000 0,-9.000 0.000 0,13.000 0.000 0,16.000 0.000 0,7.000 0.000 0,-8.000 0.000 0,-15.000 0.000 0,-11.000 0.000 0,-1.000 0.000 0,4.000 0.000 0,9.000 0.000 0,10.000 0.000 0,-12.000 0.000 0,31.000 0.000 0,-38.000 0.000 0,32.000 0.000 0,-18.000 0.000 0,12.000 0.000 0,19.000 0.000 0,-25.000 0.000 0,29.000 0.000 0,-25.000 0.000 0,13.000-5.000 0,-34.000 3.000 0,20.000-3.000 0,-13.000 5.000 0,39.000 0.000 0,6.000 0.000 0,-4.000-9.000 0,6.000 7.000 0,-6.000-7.000 0,19.000 5.000 0,-11.000 3.000 0,14.000-4.000 0,-11.000 1.000 0,9.000-2.000 0,-8.000-3.000 0,1.000 3.000 0,-7.000 2.000 0,4.000 0.000 0,0.000 3.000 0,-4.000-8.000 0,7.000 8.000 0,3.000-4.000 0,9.000 5.000 0,6.000-4.000 0,-9.000 3.000 0,6.000-3.000 0,-10.000 4.000 0,12.000 0.000 0,-4.000-4.000 0,5.000 2.000 0,-6.000-6.000 0,-10.000 2.000 0,-21.000-4.000 0,6.000 4.000 0,-15.000 1.000 0,29.000 5.000 0,-3.000-4.000 0,5.000 3.000 0,8.000-3.000 0,-12.000 4.000 0,12.000 0.000 0,-13.000 0.000 0,8.000 0.000 0,2.000 0.000 0,4.000 0.000 0,10.000 0.000 0,1.000 0.000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1T03:10:22"/>
    </inkml:context>
    <inkml:brush xml:id="br0">
      <inkml:brushProperty name="width" value="0.035" units="cm"/>
      <inkml:brushProperty name="height" value="0.035" units="cm"/>
      <inkml:brushProperty name="color" value="#000000"/>
    </inkml:brush>
  </inkml:definitions>
  <inkml:trace contextRef="#ctx0" brushRef="#br0">8168.000 2892.000 24575,'-5.000'-20.000'0,"-12.000"-18.000"0,-1.000-9.000 0,-27.000-38.000 0,12.000 17.000 0,-4.000-7.000 0,5.000 19.000 0,-2.000-3.000 0,-1.000-2.000-772,-6.000-14.000 0,-2.000-4.000 1,-3.000-1.000 771,6.000 16.000 0,-3.000-1.000 0,-1.000 0.000 0,-2.000-2.000 0,-8.000-11.000 0,-2.000-4.000 0,-2.000 1.000 0,0.000 1.000 0,-2.000 4.000 0,-1.000 0.000 0,-1.000 2.000 0,-2.000-3.000-369,8.000 9.000 0,-2.000-1.000 1,-1.000-1.000-1,-1.000 2.000 1,2.000 5.000 368,-7.000-1.000 0,0.000 4.000 0,0.000 3.000 0,-1.000-1.000 0,3.000 1.000 0,-1.000 0.000 0,0.000 1.000 0,-2.000 4.000-287,-3.000 2.000 1,-3.000 1.000 0,1.000 4.000-1,2.000 3.000 287,-3.000-2.000 0,2.000 4.000 0,1.000 3.000 0,5.000 1.000 0,2.000 3.000 0,3.000 6.000 0,-5.000 8.000 0,7.000 7.000 1429,-7.000 1.000-1429,10.000 7.000 0,-3.000 2.000 1219,2.000 2.000 0,-1.000 0.000-1219,-23.000 1.000 0,-3.000-2.000 0,1.000-2.000 0,-1.000 0.000 0,-16.000 3.000 0,-1.000-1.000 0,11.000-2.000 0,0.000 0.000 476,-11.000 2.000 0,-1.000 2.000-476,9.000-1.000 0,3.000 0.000 0,4.000 2.000 0,3.000 1.000 0,6.000 1.000 0,5.000 4.000 0,15.000 2.000 0,3.000 2.000 0,-2.000 2.000 0,2.000 3.000 0,-39.000 18.000 0,2.000-8.000 0,-8.000 3.000 0,10.000 2.000 0,-3.000 1.000-173,13.000-10.000 0,-4.000 1.000 1,1.000 0.000 172,7.000 2.000 0,1.000 0.000 0,0.000-1.000 0,3.000-4.000 0,0.000-3.000 0,-3.000 2.000 0,-17.000 7.000 0,-4.000 3.000 0,3.000-3.000 0,15.000-5.000 0,2.000-2.000 0,-2.000 1.000 0,-18.000 3.000 0,-3.000 1.000 0,6.000-3.000 0,23.000-5.000 0,5.000-1.000 0,-4.000 0.000-157,-14.000 1.000 0,-4.000-1.000 1,6.000-1.000 156,-7.000 3.000 0,5.000 0.000 0,0.000 1.000 0,6.000-1.000 0,-12.000-5.000 0,17.000 7.000 0,23.000-13.000 979,-1.000 4.000-979,29.000-3.000 494,8.000-3.000-494,-13.000 5.000 0,6.000-1.000 0,-31.000 5.000 0,18.000 2.000 0,-24.000-1.000 0,22.000 0.000 0,-18.000-10.000 0,17.000 8.000 0,-7.000-6.000 0,15.000 3.000 0,5.000-2.000 0,2.000-3.000 0,7.000 0.000 0,-6.000 8.000 0,6.000-3.000 0,-12.000 5.000 0,11.000-2.000 0,-11.000-3.000 0,7.000 4.000 0,-9.000 1.000 0,9.000 4.000 0,-8.000 1.000 0,9.000 4.000 0,-9.000 1.000 0,3.000-4.000 0,6.000-2.000 0,1.000-5.000 0,5.000 4.000 0,-2.000-2.000 0,-2.000 6.000 0,3.000-12.000 0,0.000 9.000 0,5.000-9.000 0,0.000 0.000 0,5.000-6.000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1T03:10:23"/>
    </inkml:context>
    <inkml:brush xml:id="br0">
      <inkml:brushProperty name="width" value="0.035" units="cm"/>
      <inkml:brushProperty name="height" value="0.035" units="cm"/>
      <inkml:brushProperty name="color" value="#000000"/>
    </inkml:brush>
  </inkml:definitions>
  <inkml:trace contextRef="#ctx0" brushRef="#br0">56.000 1.000 24575,'0.000'18.000'0,"-5.000"19.000"0,4.000 25.000 0,-14.000 17.000 0,7.000 9.000 0,-3.000-21.000 0,5.000-8.000 0,6.000-27.000 0,-4.000 6.000 0,3.000-17.000 0,-3.000 8.000 0,8.000-19.000 0,1.000-1.000 0,39.000-14.000 0,-1.000-1.000 0,5.000 3.000 0,7.000 0.000 0,-4.000 0.000 0,5.000 1.000 0,10.000 1.000 0,8.000 2.000 0,-1.000-1.000 0,25.000 0.000 0,0.000 0.000 0,-22.000 0.000 0,1.000 0.000 0,-6.000 0.000 0,5.000 0.000 0,-10.000 0.000 0,8.000 0.000 0,-42.000 0.000 0,-24.000 0.000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1T03:10:24"/>
    </inkml:context>
    <inkml:brush xml:id="br0">
      <inkml:brushProperty name="width" value="0.035" units="cm"/>
      <inkml:brushProperty name="height" value="0.035" units="cm"/>
      <inkml:brushProperty name="color" value="#000000"/>
    </inkml:brush>
  </inkml:definitions>
  <inkml:trace contextRef="#ctx0" brushRef="#br0">0.000 21.000 24575,'14.000'-10.000'0,"23.000"4.000"0,49.000 2.000 0,-35.000 6.000 0,2.000 1.000 0,11.000 0.000 0,-2.000 1.000 0,23.000 8.000 0,-25.000-6.000 0,-35.000-1.000 0,-7.000-5.000 0,0.000 0.000 0,-1.000 0.000 0,-2.000 0.000 0,-6.000 0.000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1T03:10:26"/>
    </inkml:context>
    <inkml:brush xml:id="br0">
      <inkml:brushProperty name="width" value="0.035" units="cm"/>
      <inkml:brushProperty name="height" value="0.035" units="cm"/>
      <inkml:brushProperty name="color" value="#000000"/>
    </inkml:brush>
  </inkml:definitions>
  <inkml:trace contextRef="#ctx0" brushRef="#br0">242.000 0.000 24575,'0.000'10.000'0,"0.000"-1.000"0,0.000 0.000 0,0.000 35.000 0,0.000-7.000 0,-4.000 32.000 0,2.000 9.000 0,-2.000-26.000 0,-1.000 2.000 0,2.000 4.000 0,-2.000 1.000 0,-5.000 6.000 0,-3.000 3.000 0,-1.000 4.000 0,-1.000-2.000 0,-1.000-13.000 0,-1.000-1.000 0,0.000 3.000 0,0.000-5.000 0,-7.000 8.000 0,4.000-23.000 0,6.000-9.000 0,8.000-5.000 0,2.000-1.000 0,4.000-5.000 0,0.000-3.000 0,0.000 8.000 0,0.000-12.000 0,0.000 12.000 0,0.000-13.000 0,4.000 8.000 0,-2.000 0.000 0,2.000-3.000 0,-4.000 6.000 0,0.000-3.000 0,-5.000 12.000 0,-6.000 20.000 0,0.000-11.000 0,0.000 0.000 0,7.000-21.000 0,8.000-14.000 0,1.000-1.000 0,9.000-8.000 0,5.000-2.000 0,31.000-4.000 0,-3.000-1.000 0,46.000 5.000 0,-33.000 1.000 0,-7.000 7.000 0,-1.000 1.000 0,4.000-2.000 0,18.000 5.000 0,-32.000-6.000 0,-5.000 0.000 0,-3.000 4.000 0,-3.000-3.000 0,-10.000-1.000 0,3.000-10.000 0,-18.000 4.000 0,2.000-2.000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1T03:10:28"/>
    </inkml:context>
    <inkml:brush xml:id="br0">
      <inkml:brushProperty name="width" value="0.035" units="cm"/>
      <inkml:brushProperty name="height" value="0.035" units="cm"/>
      <inkml:brushProperty name="color" value="#000000"/>
    </inkml:brush>
  </inkml:definitions>
  <inkml:trace contextRef="#ctx0" brushRef="#br0">535.000 1.000 24575,'10.000'0.000'0,"-1.000"0.000"0,20.000 9.000 0,0.000-1.000 0,18.000 7.000 0,-4.000-4.000 0,-12.000-1.000 0,3.000 0.000 0,-15.000-5.000 0,0.000 0.000 0,-10.000-1.000 0,-5.000 1.000 0,-4.000 4.000 0,0.000 1.000 0,0.000 13.000 0,0.000-1.000 0,0.000 13.000 0,0.000 0.000 0,0.000 16.000 0,0.000-10.000 0,0.000 20.000 0,0.000-19.000 0,0.000 18.000 0,0.000-1.000 0,-4.000-10.000 0,-2.000 12.000 0,0.000-10.000 0,1.000 24.000 0,1.000-22.000 0,3.000 8.000 0,-8.000-25.000 0,7.000 7.000 0,-7.000-2.000 0,3.000 0.000 0,-4.000-6.000 0,0.000 5.000 0,-4.000 1.000 0,2.000 2.000 0,-3.000-3.000 0,9.000-9.000 0,-3.000-3.000 0,3.000-4.000 0,-4.000 2.000 0,5.000-8.000 0,-4.000-3.000 0,4.000-6.000 0,0.000 0.000 0,-8.000 1.000 0,6.000 8.000 0,-11.000-6.000 0,3.000 14.000 0,0.000-18.000 0,2.000 8.000 0,-2.000-6.000 0,0.000 1.000 0,0.000-1.000 0,-3.000-6.000 0,3.000-4.000 0,-28.000 0.000 0,-10.000 0.000 0,-25.000 0.000 0,4.000 0.000 0,-8.000 5.000 0,24.000-4.000 0,1.000 4.000 0,31.000-5.000 0,11.000 0.000 0,11.000 0.000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F742DD-816C-4114-8520-BD56706F227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5112CA-49FA-4ADC-AC1B-1990E2AD9F1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一定会考化简到最小</a:t>
            </a:r>
            <a:r>
              <a:rPr lang="en-US" altLang="zh-CN"/>
              <a:t>DFA</a:t>
            </a:r>
            <a:r>
              <a:rPr lang="zh-CN" altLang="en-US"/>
              <a:t>的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标红的是重点</a:t>
            </a:r>
            <a:r>
              <a:rPr lang="en-US" altLang="zh-CN"/>
              <a:t>（</a:t>
            </a:r>
            <a:r>
              <a:rPr lang="zh-CN" altLang="en-US"/>
              <a:t>考试会考大题</a:t>
            </a:r>
            <a:r>
              <a:rPr lang="en-US" altLang="zh-CN"/>
              <a:t>）</a:t>
            </a:r>
            <a:r>
              <a:rPr lang="zh-CN" altLang="en-US"/>
              <a:t>三</a:t>
            </a:r>
            <a:r>
              <a:rPr lang="en-US" altLang="zh-CN"/>
              <a:t>、</a:t>
            </a:r>
            <a:r>
              <a:rPr lang="zh-CN" altLang="en-US"/>
              <a:t>四章各一大题</a:t>
            </a:r>
            <a:r>
              <a:rPr lang="en-US" altLang="zh-CN"/>
              <a:t>；</a:t>
            </a:r>
            <a:r>
              <a:rPr lang="zh-CN" altLang="en-US"/>
              <a:t>会考</a:t>
            </a:r>
            <a:r>
              <a:rPr lang="en-US" altLang="zh-CN"/>
              <a:t>LR</a:t>
            </a:r>
            <a:r>
              <a:rPr lang="zh-CN" altLang="en-US"/>
              <a:t>大题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关于这道题</a:t>
            </a:r>
            <a:r>
              <a:rPr lang="en-US" altLang="zh-CN"/>
              <a:t>，</a:t>
            </a:r>
            <a:r>
              <a:rPr lang="zh-CN" altLang="en-US"/>
              <a:t>画出语法树</a:t>
            </a:r>
            <a:r>
              <a:rPr lang="en-US" altLang="zh-CN"/>
              <a:t>-》</a:t>
            </a:r>
            <a:r>
              <a:rPr lang="zh-CN" altLang="en-US"/>
              <a:t>所有子树都是短语</a:t>
            </a:r>
            <a:r>
              <a:rPr lang="en-US" altLang="zh-CN"/>
              <a:t>，</a:t>
            </a:r>
            <a:r>
              <a:rPr lang="zh-CN" altLang="en-US"/>
              <a:t>父子两代是直接短语</a:t>
            </a:r>
            <a:r>
              <a:rPr lang="en-US" altLang="zh-CN"/>
              <a:t>，</a:t>
            </a:r>
            <a:r>
              <a:rPr lang="zh-CN" altLang="en-US"/>
              <a:t>最左边直接短语是</a:t>
            </a:r>
            <a:r>
              <a:rPr lang="zh-CN" altLang="en-US"/>
              <a:t>句柄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开始算符优先</a:t>
            </a:r>
            <a:r>
              <a:rPr lang="zh-CN" altLang="en-US"/>
              <a:t>文法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如果任意两个算符之间至多只有一种优先级关系</a:t>
            </a:r>
            <a:r>
              <a:rPr lang="en-US" altLang="zh-CN"/>
              <a:t>，</a:t>
            </a:r>
            <a:r>
              <a:rPr lang="zh-CN" altLang="en-US"/>
              <a:t>那么就是算符优先文法</a:t>
            </a:r>
            <a:r>
              <a:rPr lang="en-US" altLang="zh-CN"/>
              <a:t>。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开始规范规约</a:t>
            </a:r>
            <a:r>
              <a:rPr lang="zh-CN" altLang="en-US"/>
              <a:t>了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1. </a:t>
            </a:r>
            <a:r>
              <a:rPr lang="zh-CN" altLang="en-US"/>
              <a:t>找出文法的</a:t>
            </a:r>
            <a:r>
              <a:rPr lang="en-US" altLang="zh-CN"/>
              <a:t>LR(0)</a:t>
            </a:r>
            <a:r>
              <a:rPr lang="zh-CN" altLang="en-US"/>
              <a:t>项目</a:t>
            </a:r>
            <a:r>
              <a:rPr lang="en-US" altLang="zh-CN"/>
              <a:t>；2. </a:t>
            </a:r>
            <a:r>
              <a:rPr lang="zh-CN" altLang="en-US"/>
              <a:t>构造识别活前缀的确定性的有限自动机</a:t>
            </a:r>
            <a:r>
              <a:rPr lang="en-US" altLang="zh-CN"/>
              <a:t>；3. </a:t>
            </a:r>
            <a:r>
              <a:rPr lang="zh-CN" altLang="en-US"/>
              <a:t>判断是否为</a:t>
            </a:r>
            <a:r>
              <a:rPr lang="en-US" altLang="zh-CN"/>
              <a:t>LR0</a:t>
            </a:r>
            <a:r>
              <a:rPr lang="zh-CN" altLang="en-US"/>
              <a:t>文法</a:t>
            </a:r>
            <a:r>
              <a:rPr lang="en-US" altLang="zh-CN"/>
              <a:t>=》</a:t>
            </a:r>
            <a:r>
              <a:rPr lang="zh-CN" altLang="en-US"/>
              <a:t>存在移进</a:t>
            </a:r>
            <a:r>
              <a:rPr lang="en-US" altLang="zh-CN"/>
              <a:t>-</a:t>
            </a:r>
            <a:r>
              <a:rPr lang="zh-CN" altLang="en-US"/>
              <a:t>规约冲突</a:t>
            </a:r>
            <a:r>
              <a:rPr lang="en-US" altLang="zh-CN"/>
              <a:t>，</a:t>
            </a:r>
            <a:r>
              <a:rPr lang="zh-CN" altLang="en-US"/>
              <a:t>就不是</a:t>
            </a:r>
            <a:r>
              <a:rPr lang="en-US" altLang="zh-CN"/>
              <a:t>LR0</a:t>
            </a:r>
            <a:r>
              <a:rPr lang="zh-CN" altLang="en-US"/>
              <a:t>文法</a:t>
            </a:r>
            <a:r>
              <a:rPr lang="en-US" altLang="zh-CN"/>
              <a:t>（</a:t>
            </a:r>
            <a:r>
              <a:rPr lang="zh-CN" altLang="en-US"/>
              <a:t>图中示例红色的即为冲突的</a:t>
            </a:r>
            <a:r>
              <a:rPr lang="en-US" altLang="zh-CN"/>
              <a:t>）；4. </a:t>
            </a:r>
            <a:r>
              <a:rPr lang="zh-CN" altLang="en-US"/>
              <a:t>是的话就会给你一个小句子给出识别过程</a:t>
            </a:r>
            <a:r>
              <a:rPr lang="en-US" altLang="zh-CN"/>
              <a:t>；</a:t>
            </a:r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这一页一定要会</a:t>
            </a:r>
            <a:r>
              <a:rPr lang="en-US" altLang="zh-CN"/>
              <a:t>！！</a:t>
            </a:r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必考</a:t>
            </a:r>
            <a:r>
              <a:rPr lang="en-US" altLang="zh-CN"/>
              <a:t>，</a:t>
            </a:r>
            <a:r>
              <a:rPr lang="zh-CN" altLang="en-US"/>
              <a:t>会给翻译模式</a:t>
            </a:r>
            <a:r>
              <a:rPr lang="en-US" altLang="zh-CN"/>
              <a:t>，</a:t>
            </a:r>
            <a:r>
              <a:rPr lang="zh-CN" altLang="en-US"/>
              <a:t>对着翻译模式进行翻译</a:t>
            </a:r>
            <a:r>
              <a:rPr lang="en-US" altLang="zh-CN"/>
              <a:t>；</a:t>
            </a:r>
            <a:r>
              <a:rPr lang="zh-CN" altLang="en-US"/>
              <a:t>掌握三元式四元式</a:t>
            </a:r>
            <a:r>
              <a:rPr lang="zh-CN" altLang="en-US"/>
              <a:t>即可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其实中间代码生成就是自下而上的规范翻译</a:t>
            </a:r>
            <a:r>
              <a:rPr lang="en-US" altLang="zh-CN"/>
              <a:t>/</a:t>
            </a:r>
            <a:r>
              <a:rPr lang="zh-CN" altLang="en-US"/>
              <a:t>语法分析过程顺便</a:t>
            </a:r>
            <a:r>
              <a:rPr lang="zh-CN" altLang="en-US"/>
              <a:t>做的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考试会这样考</a:t>
            </a:r>
            <a:r>
              <a:rPr lang="en-US" altLang="zh-CN"/>
              <a:t>；</a:t>
            </a:r>
            <a:r>
              <a:rPr lang="zh-CN" altLang="en-US"/>
              <a:t>第八章没讲</a:t>
            </a:r>
            <a:r>
              <a:rPr lang="en-US" altLang="zh-CN"/>
              <a:t>，</a:t>
            </a:r>
            <a:r>
              <a:rPr lang="zh-CN" altLang="en-US"/>
              <a:t>不作为</a:t>
            </a:r>
            <a:r>
              <a:rPr lang="zh-CN" altLang="en-US"/>
              <a:t>重点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选择题和填空题比较多</a:t>
            </a:r>
            <a:r>
              <a:rPr lang="en-US" altLang="zh-CN"/>
              <a:t>；</a:t>
            </a:r>
            <a:r>
              <a:rPr lang="zh-CN" altLang="en-US"/>
              <a:t>大题考标红的</a:t>
            </a:r>
            <a:r>
              <a:rPr lang="en-US" altLang="zh-CN"/>
              <a:t>-</a:t>
            </a:r>
            <a:r>
              <a:rPr lang="zh-CN" altLang="en-US"/>
              <a:t>静态链动态链</a:t>
            </a:r>
            <a:r>
              <a:rPr lang="en-US" altLang="zh-CN"/>
              <a:t>display</a:t>
            </a:r>
            <a:r>
              <a:rPr lang="zh-CN" altLang="en-US"/>
              <a:t>列表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块内优化</a:t>
            </a:r>
            <a:r>
              <a:rPr lang="en-US" altLang="zh-CN"/>
              <a:t>、</a:t>
            </a:r>
            <a:r>
              <a:rPr lang="zh-CN" altLang="en-US"/>
              <a:t>循环优化都是重点</a:t>
            </a:r>
            <a:r>
              <a:rPr lang="en-US" altLang="zh-CN"/>
              <a:t>；</a:t>
            </a:r>
            <a:r>
              <a:rPr lang="zh-CN" altLang="en-US"/>
              <a:t>考试题是作业</a:t>
            </a:r>
            <a:r>
              <a:rPr lang="zh-CN" altLang="en-US"/>
              <a:t>难度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块内的</a:t>
            </a:r>
            <a:r>
              <a:rPr lang="en-US" altLang="zh-CN"/>
              <a:t>，</a:t>
            </a:r>
            <a:r>
              <a:rPr lang="zh-CN" altLang="en-US"/>
              <a:t>寄存器的使用</a:t>
            </a:r>
            <a:r>
              <a:rPr lang="en-US" altLang="zh-CN"/>
              <a:t>；</a:t>
            </a:r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计算题</a:t>
            </a:r>
            <a:r>
              <a:rPr lang="en-US" altLang="zh-CN"/>
              <a:t>70</a:t>
            </a:r>
            <a:r>
              <a:rPr lang="zh-CN" altLang="en-US"/>
              <a:t>分</a:t>
            </a:r>
            <a:r>
              <a:rPr lang="en-US" altLang="zh-CN"/>
              <a:t>；</a:t>
            </a:r>
            <a:r>
              <a:rPr lang="zh-CN" altLang="en-US"/>
              <a:t>其余</a:t>
            </a:r>
            <a:r>
              <a:rPr lang="zh-CN" altLang="en-US"/>
              <a:t>三十分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charset="-122"/>
                <a:ea typeface="微软雅黑" charset="-122"/>
              </a:rPr>
              <a:t> </a:t>
            </a:r>
            <a:endParaRPr lang="en-US" altLang="zh-CN" b="0" i="0" dirty="0">
              <a:solidFill>
                <a:srgbClr val="07133E"/>
              </a:solidFill>
              <a:effectLst/>
              <a:latin typeface="微软雅黑" charset="-122"/>
              <a:ea typeface="微软雅黑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charset="-122"/>
                <a:ea typeface="微软雅黑" charset="-122"/>
              </a:rPr>
              <a:t> </a:t>
            </a:r>
            <a:endParaRPr lang="en-US" altLang="zh-CN" b="0" i="0" dirty="0">
              <a:solidFill>
                <a:srgbClr val="07133E"/>
              </a:solidFill>
              <a:effectLst/>
              <a:latin typeface="微软雅黑" charset="-122"/>
              <a:ea typeface="微软雅黑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charset="-122"/>
                <a:ea typeface="微软雅黑" charset="-122"/>
              </a:rPr>
              <a:t> </a:t>
            </a:r>
            <a:endParaRPr lang="en-US" altLang="zh-CN" b="0" i="0" dirty="0">
              <a:solidFill>
                <a:srgbClr val="07133E"/>
              </a:solidFill>
              <a:effectLst/>
              <a:latin typeface="微软雅黑" charset="-122"/>
              <a:ea typeface="微软雅黑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charset="-122"/>
                <a:ea typeface="微软雅黑" charset="-122"/>
              </a:rPr>
              <a:t> </a:t>
            </a:r>
            <a:endParaRPr lang="en-US" altLang="zh-CN" b="0" i="0" dirty="0">
              <a:solidFill>
                <a:srgbClr val="07133E"/>
              </a:solidFill>
              <a:effectLst/>
              <a:latin typeface="微软雅黑" charset="-122"/>
              <a:ea typeface="微软雅黑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charset="-122"/>
                <a:ea typeface="微软雅黑" charset="-122"/>
              </a:rPr>
              <a:t> </a:t>
            </a:r>
            <a:endParaRPr lang="en-US" altLang="zh-CN" b="0" i="0" dirty="0">
              <a:solidFill>
                <a:srgbClr val="07133E"/>
              </a:solidFill>
              <a:effectLst/>
              <a:latin typeface="微软雅黑" charset="-122"/>
              <a:ea typeface="微软雅黑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charset="-122"/>
                <a:ea typeface="微软雅黑" charset="-122"/>
              </a:rPr>
              <a:t> </a:t>
            </a:r>
            <a:endParaRPr lang="en-US" altLang="zh-CN" b="0" i="0" dirty="0">
              <a:solidFill>
                <a:srgbClr val="07133E"/>
              </a:solidFill>
              <a:effectLst/>
              <a:latin typeface="微软雅黑" charset="-122"/>
              <a:ea typeface="微软雅黑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charset="-122"/>
                <a:ea typeface="微软雅黑" charset="-122"/>
              </a:rPr>
              <a:t> </a:t>
            </a:r>
            <a:endParaRPr lang="en-US" altLang="zh-CN" b="0" i="0" dirty="0">
              <a:solidFill>
                <a:srgbClr val="07133E"/>
              </a:solidFill>
              <a:effectLst/>
              <a:latin typeface="微软雅黑" charset="-122"/>
              <a:ea typeface="微软雅黑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charset="-122"/>
                <a:ea typeface="微软雅黑" charset="-122"/>
              </a:rPr>
              <a:t> </a:t>
            </a:r>
            <a:endParaRPr lang="en-US" altLang="zh-CN" b="0" i="0" dirty="0">
              <a:solidFill>
                <a:srgbClr val="07133E"/>
              </a:solidFill>
              <a:effectLst/>
              <a:latin typeface="微软雅黑" charset="-122"/>
              <a:ea typeface="微软雅黑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1515573"/>
            <a:ext cx="12192000" cy="38268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5182609" y="602182"/>
            <a:ext cx="1826782" cy="18267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椭圆 11"/>
          <p:cNvSpPr/>
          <p:nvPr userDrawn="1"/>
        </p:nvSpPr>
        <p:spPr>
          <a:xfrm>
            <a:off x="5268952" y="688525"/>
            <a:ext cx="1654096" cy="1654096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846503"/>
            <a:ext cx="10515600" cy="1674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kumimoji="0" lang="zh-CN" altLang="en-US" sz="4800" b="1" i="0" u="none" strike="noStrike" cap="none" spc="40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</a:lstStyle>
          <a:p>
            <a:pPr marL="0" marR="0" lvl="0" indent="0" algn="ctr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dirty="0"/>
              <a:t>单击此处编辑</a:t>
            </a:r>
            <a:br>
              <a:rPr lang="en-US" altLang="zh-CN" dirty="0"/>
            </a:br>
            <a:r>
              <a:rPr lang="zh-CN" altLang="en-US" dirty="0"/>
              <a:t>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 userDrawn="1"/>
        </p:nvSpPr>
        <p:spPr>
          <a:xfrm>
            <a:off x="417455" y="0"/>
            <a:ext cx="4011561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2794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 R" panose="00020600040101010101" pitchFamily="18" charset="-122"/>
              <a:ea typeface="阿里巴巴普惠体 R" panose="00020600040101010101" pitchFamily="18" charset="-122"/>
              <a:cs typeface="+mn-cs"/>
            </a:endParaRPr>
          </a:p>
        </p:txBody>
      </p:sp>
      <p:sp>
        <p:nvSpPr>
          <p:cNvPr id="3" name="圆角矩形 1"/>
          <p:cNvSpPr/>
          <p:nvPr userDrawn="1"/>
        </p:nvSpPr>
        <p:spPr>
          <a:xfrm>
            <a:off x="0" y="0"/>
            <a:ext cx="4215539" cy="68580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>
            <a:outerShdw blurRad="2794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 R" panose="00020600040101010101" pitchFamily="18" charset="-122"/>
              <a:ea typeface="阿里巴巴普惠体 R" panose="00020600040101010101" pitchFamily="18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图书馆, 场景, 房间, 室内&#10;&#10;已生成极高可信度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672"/>
                    </a14:imgEffect>
                    <a14:imgEffect>
                      <a14:saturation sat="16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66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5" name="矩形: 圆角 4"/>
          <p:cNvSpPr/>
          <p:nvPr userDrawn="1"/>
        </p:nvSpPr>
        <p:spPr>
          <a:xfrm>
            <a:off x="2133600" y="2494639"/>
            <a:ext cx="1143000" cy="1143000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3412988" y="2712196"/>
            <a:ext cx="2479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</a:rPr>
              <a:t>PART  </a:t>
            </a:r>
            <a:r>
              <a:rPr lang="en-US" altLang="zh-CN" sz="4000" b="1" dirty="0">
                <a:solidFill>
                  <a:schemeClr val="bg1"/>
                </a:solidFill>
                <a:latin typeface="+mj-lt"/>
                <a:ea typeface="阿里巴巴普惠体 B" panose="00020600040101010101" pitchFamily="18" charset="-122"/>
              </a:rPr>
              <a:t>02</a:t>
            </a:r>
            <a:endParaRPr lang="zh-CN" altLang="en-US" sz="4000" b="1" dirty="0">
              <a:solidFill>
                <a:schemeClr val="bg1"/>
              </a:solidFill>
              <a:latin typeface="阿里巴巴普惠体 B" panose="00020600040101010101" pitchFamily="18" charset="-122"/>
              <a:ea typeface="阿里巴巴普惠体 B" panose="00020600040101010101" pitchFamily="18" charset="-122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6096000" y="2700714"/>
            <a:ext cx="4292600" cy="652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40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</a:lstStyle>
          <a:p>
            <a:pPr marL="0" lvl="0"/>
            <a:r>
              <a:rPr lang="zh-CN" altLang="en-US" dirty="0"/>
              <a:t>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图书馆, 场景, 房间, 室内&#10;&#10;已生成极高可信度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672"/>
                    </a14:imgEffect>
                    <a14:imgEffect>
                      <a14:saturation sat="16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66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5" name="矩形: 圆角 4"/>
          <p:cNvSpPr/>
          <p:nvPr userDrawn="1"/>
        </p:nvSpPr>
        <p:spPr>
          <a:xfrm>
            <a:off x="2133600" y="2494639"/>
            <a:ext cx="1143000" cy="1143000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3412988" y="2712196"/>
            <a:ext cx="2479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</a:rPr>
              <a:t>PART  </a:t>
            </a:r>
            <a:r>
              <a:rPr lang="en-US" altLang="zh-CN" sz="4000" b="1" dirty="0">
                <a:solidFill>
                  <a:schemeClr val="bg1"/>
                </a:solidFill>
                <a:latin typeface="+mj-lt"/>
                <a:ea typeface="阿里巴巴普惠体 B" panose="00020600040101010101" pitchFamily="18" charset="-122"/>
              </a:rPr>
              <a:t>03</a:t>
            </a:r>
            <a:endParaRPr lang="zh-CN" altLang="en-US" sz="4000" b="1" dirty="0">
              <a:solidFill>
                <a:schemeClr val="bg1"/>
              </a:solidFill>
              <a:latin typeface="阿里巴巴普惠体 B" panose="00020600040101010101" pitchFamily="18" charset="-122"/>
              <a:ea typeface="阿里巴巴普惠体 B" panose="00020600040101010101" pitchFamily="18" charset="-122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6096000" y="2700714"/>
            <a:ext cx="4292600" cy="652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40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</a:lstStyle>
          <a:p>
            <a:pPr marL="0" lvl="0"/>
            <a:r>
              <a:rPr lang="zh-CN" altLang="en-US" dirty="0"/>
              <a:t>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图书馆, 场景, 房间, 室内&#10;&#10;已生成极高可信度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672"/>
                    </a14:imgEffect>
                    <a14:imgEffect>
                      <a14:saturation sat="16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66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5" name="矩形: 圆角 4"/>
          <p:cNvSpPr/>
          <p:nvPr userDrawn="1"/>
        </p:nvSpPr>
        <p:spPr>
          <a:xfrm>
            <a:off x="2133600" y="2494639"/>
            <a:ext cx="1143000" cy="1143000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3412988" y="2712196"/>
            <a:ext cx="2479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</a:rPr>
              <a:t>PART  </a:t>
            </a:r>
            <a:r>
              <a:rPr lang="en-US" altLang="zh-CN" sz="4000" b="1" dirty="0">
                <a:solidFill>
                  <a:schemeClr val="bg1"/>
                </a:solidFill>
                <a:latin typeface="+mj-lt"/>
                <a:ea typeface="阿里巴巴普惠体 B" panose="00020600040101010101" pitchFamily="18" charset="-122"/>
              </a:rPr>
              <a:t>04</a:t>
            </a:r>
            <a:endParaRPr lang="zh-CN" altLang="en-US" sz="4000" b="1" dirty="0">
              <a:solidFill>
                <a:schemeClr val="bg1"/>
              </a:solidFill>
              <a:latin typeface="阿里巴巴普惠体 B" panose="00020600040101010101" pitchFamily="18" charset="-122"/>
              <a:ea typeface="阿里巴巴普惠体 B" panose="00020600040101010101" pitchFamily="18" charset="-122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6096000" y="2700714"/>
            <a:ext cx="4292600" cy="652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40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</a:lstStyle>
          <a:p>
            <a:pPr marL="0" lvl="0"/>
            <a:r>
              <a:rPr lang="zh-CN" altLang="en-US" dirty="0"/>
              <a:t>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图书馆, 场景, 房间, 室内&#10;&#10;已生成极高可信度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672"/>
                    </a14:imgEffect>
                    <a14:imgEffect>
                      <a14:saturation sat="16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66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5" name="矩形: 圆角 4"/>
          <p:cNvSpPr/>
          <p:nvPr userDrawn="1"/>
        </p:nvSpPr>
        <p:spPr>
          <a:xfrm>
            <a:off x="2133600" y="2494639"/>
            <a:ext cx="1143000" cy="1143000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3412988" y="2712196"/>
            <a:ext cx="2479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</a:rPr>
              <a:t>PART  </a:t>
            </a:r>
            <a:r>
              <a:rPr lang="en-US" altLang="zh-CN" sz="4000" b="1" dirty="0">
                <a:solidFill>
                  <a:schemeClr val="bg1"/>
                </a:solidFill>
                <a:latin typeface="+mj-lt"/>
                <a:ea typeface="阿里巴巴普惠体 B" panose="00020600040101010101" pitchFamily="18" charset="-122"/>
              </a:rPr>
              <a:t>05</a:t>
            </a:r>
            <a:endParaRPr lang="zh-CN" altLang="en-US" sz="4000" b="1" dirty="0">
              <a:solidFill>
                <a:schemeClr val="bg1"/>
              </a:solidFill>
              <a:latin typeface="阿里巴巴普惠体 B" panose="00020600040101010101" pitchFamily="18" charset="-122"/>
              <a:ea typeface="阿里巴巴普惠体 B" panose="00020600040101010101" pitchFamily="18" charset="-122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6096000" y="2700714"/>
            <a:ext cx="4292600" cy="652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40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</a:lstStyle>
          <a:p>
            <a:pPr marL="0" lvl="0"/>
            <a:r>
              <a:rPr lang="zh-CN" altLang="en-US" dirty="0"/>
              <a:t>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flipV="1">
            <a:off x="0" y="6487888"/>
            <a:ext cx="12192000" cy="370112"/>
            <a:chOff x="0" y="-40730"/>
            <a:chExt cx="12192000" cy="370112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-40730"/>
              <a:ext cx="12192000" cy="3701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-40730"/>
              <a:ext cx="12192000" cy="2856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1077913" y="357733"/>
            <a:ext cx="5685026" cy="4422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chemeClr val="accent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customXml" Target="../ink/ink5.xml"/><Relationship Id="rId8" Type="http://schemas.openxmlformats.org/officeDocument/2006/relationships/image" Target="../media/image66.png"/><Relationship Id="rId7" Type="http://schemas.openxmlformats.org/officeDocument/2006/relationships/customXml" Target="../ink/ink4.xml"/><Relationship Id="rId6" Type="http://schemas.openxmlformats.org/officeDocument/2006/relationships/image" Target="../media/image65.png"/><Relationship Id="rId5" Type="http://schemas.openxmlformats.org/officeDocument/2006/relationships/customXml" Target="../ink/ink3.xml"/><Relationship Id="rId4" Type="http://schemas.openxmlformats.org/officeDocument/2006/relationships/image" Target="../media/image64.png"/><Relationship Id="rId3" Type="http://schemas.openxmlformats.org/officeDocument/2006/relationships/customXml" Target="../ink/ink2.xml"/><Relationship Id="rId20" Type="http://schemas.openxmlformats.org/officeDocument/2006/relationships/notesSlide" Target="../notesSlides/notesSlide20.xml"/><Relationship Id="rId2" Type="http://schemas.openxmlformats.org/officeDocument/2006/relationships/image" Target="../media/image63.png"/><Relationship Id="rId19" Type="http://schemas.openxmlformats.org/officeDocument/2006/relationships/slideLayout" Target="../slideLayouts/slideLayout24.xml"/><Relationship Id="rId18" Type="http://schemas.openxmlformats.org/officeDocument/2006/relationships/image" Target="../media/image71.png"/><Relationship Id="rId17" Type="http://schemas.openxmlformats.org/officeDocument/2006/relationships/customXml" Target="../ink/ink9.xml"/><Relationship Id="rId16" Type="http://schemas.openxmlformats.org/officeDocument/2006/relationships/image" Target="../media/image70.png"/><Relationship Id="rId15" Type="http://schemas.openxmlformats.org/officeDocument/2006/relationships/customXml" Target="../ink/ink8.xml"/><Relationship Id="rId14" Type="http://schemas.openxmlformats.org/officeDocument/2006/relationships/image" Target="../media/image69.png"/><Relationship Id="rId13" Type="http://schemas.openxmlformats.org/officeDocument/2006/relationships/customXml" Target="../ink/ink7.xml"/><Relationship Id="rId12" Type="http://schemas.openxmlformats.org/officeDocument/2006/relationships/image" Target="../media/image68.png"/><Relationship Id="rId11" Type="http://schemas.openxmlformats.org/officeDocument/2006/relationships/customXml" Target="../ink/ink6.xml"/><Relationship Id="rId10" Type="http://schemas.openxmlformats.org/officeDocument/2006/relationships/image" Target="../media/image67.png"/><Relationship Id="rId1" Type="http://schemas.openxmlformats.org/officeDocument/2006/relationships/customXml" Target="../ink/ink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610437"/>
            <a:ext cx="12192000" cy="3780430"/>
          </a:xfrm>
          <a:prstGeom prst="rect">
            <a:avLst/>
          </a:prstGeom>
          <a:solidFill>
            <a:srgbClr val="0042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931247" y="2913875"/>
            <a:ext cx="8329523" cy="23391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66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编译原理课程总结</a:t>
            </a:r>
            <a:endParaRPr lang="en-US" altLang="zh-CN" sz="6600" b="1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 algn="ctr">
              <a:lnSpc>
                <a:spcPct val="100000"/>
              </a:lnSpc>
            </a:pPr>
            <a:r>
              <a:rPr lang="zh-CN" altLang="en-US" sz="40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题量大、选择、判断、大题（</a:t>
            </a:r>
            <a:r>
              <a:rPr lang="en-US" altLang="zh-CN" sz="40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6</a:t>
            </a:r>
            <a:r>
              <a:rPr lang="zh-CN" altLang="en-US" sz="40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）</a:t>
            </a:r>
            <a:r>
              <a:rPr lang="en-US" altLang="zh-CN" sz="40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2h</a:t>
            </a:r>
            <a:endParaRPr lang="en-US" altLang="zh-CN" sz="4000" b="1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 algn="ctr">
              <a:lnSpc>
                <a:spcPct val="100000"/>
              </a:lnSpc>
            </a:pPr>
            <a:r>
              <a:rPr lang="zh-CN" altLang="en-US" sz="40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小题易错</a:t>
            </a:r>
            <a:endParaRPr lang="zh-CN" altLang="en-US" sz="4000" b="1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870035" y="5773684"/>
            <a:ext cx="447963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同济大学    卫志华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zhihua_wei@tongji.edu.cn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226" y="935713"/>
            <a:ext cx="1332748" cy="1338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f4a4dc6e7c32e60af47730fc7e4f6c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115" y="0"/>
            <a:ext cx="106057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fb549338274fd5e7a2349454b4bb128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420" y="0"/>
            <a:ext cx="115665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e22c99514252e45e9a863de1cf165d4d"/>
          <p:cNvPicPr>
            <a:picLocks noChangeAspect="1"/>
          </p:cNvPicPr>
          <p:nvPr/>
        </p:nvPicPr>
        <p:blipFill>
          <a:blip r:embed="rId1"/>
          <a:srcRect r="7670"/>
          <a:stretch>
            <a:fillRect/>
          </a:stretch>
        </p:blipFill>
        <p:spPr>
          <a:xfrm>
            <a:off x="0" y="789940"/>
            <a:ext cx="6280785" cy="5496560"/>
          </a:xfrm>
          <a:prstGeom prst="rect">
            <a:avLst/>
          </a:prstGeom>
        </p:spPr>
      </p:pic>
      <p:pic>
        <p:nvPicPr>
          <p:cNvPr id="3" name="图片 2" descr="37758e21f40d2a08672d1a94cc134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330" y="0"/>
            <a:ext cx="61283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8ce0c16119dd13c9f4629c585eb24f2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827145" cy="4010660"/>
          </a:xfrm>
          <a:prstGeom prst="rect">
            <a:avLst/>
          </a:prstGeom>
        </p:spPr>
      </p:pic>
      <p:pic>
        <p:nvPicPr>
          <p:cNvPr id="3" name="图片 2" descr="a73d00fc02103c9e8d3e2d8920ba98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670" y="1311910"/>
            <a:ext cx="8482330" cy="5450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915691e59e39665b76c85f1174dd119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539750"/>
            <a:ext cx="10553700" cy="5778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30aed90e15a1340a4f9c5cb996c2c6e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275580" cy="2854325"/>
          </a:xfrm>
          <a:prstGeom prst="rect">
            <a:avLst/>
          </a:prstGeom>
        </p:spPr>
      </p:pic>
      <p:pic>
        <p:nvPicPr>
          <p:cNvPr id="3" name="图片 2" descr="59ae3b900b264222bd638c8df5c3ebf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315" y="0"/>
            <a:ext cx="5275580" cy="2854960"/>
          </a:xfrm>
          <a:prstGeom prst="rect">
            <a:avLst/>
          </a:prstGeom>
        </p:spPr>
      </p:pic>
      <p:pic>
        <p:nvPicPr>
          <p:cNvPr id="4" name="图片 3" descr="88bcda87c91f0f3c5059b704c3bfc33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" y="2854960"/>
            <a:ext cx="6773545" cy="3682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633cb8ba3902b328f7d1544b873451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150" y="660400"/>
            <a:ext cx="10807700" cy="553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a10e93d6f73c2cbe3111bd792766b94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83580" cy="3421380"/>
          </a:xfrm>
          <a:prstGeom prst="rect">
            <a:avLst/>
          </a:prstGeom>
        </p:spPr>
      </p:pic>
      <p:pic>
        <p:nvPicPr>
          <p:cNvPr id="3" name="图片 2" descr="0e7f19d39976d6b59fbc263e4580ee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195" y="0"/>
            <a:ext cx="5439410" cy="4516755"/>
          </a:xfrm>
          <a:prstGeom prst="rect">
            <a:avLst/>
          </a:prstGeom>
        </p:spPr>
      </p:pic>
      <p:pic>
        <p:nvPicPr>
          <p:cNvPr id="4" name="图片 3" descr="48157effe42a54a87c4d233521d664e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0745"/>
            <a:ext cx="6024245" cy="34372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f44c80bd193a07d646abb21ff00ee0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136130" cy="3983355"/>
          </a:xfrm>
          <a:prstGeom prst="rect">
            <a:avLst/>
          </a:prstGeom>
        </p:spPr>
      </p:pic>
      <p:pic>
        <p:nvPicPr>
          <p:cNvPr id="4" name="图片 3" descr="f4e25a93eaf58bcb3e5ed009493cd5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130" y="0"/>
            <a:ext cx="5027930" cy="2649855"/>
          </a:xfrm>
          <a:prstGeom prst="rect">
            <a:avLst/>
          </a:prstGeom>
        </p:spPr>
      </p:pic>
      <p:pic>
        <p:nvPicPr>
          <p:cNvPr id="5" name="图片 4" descr="3f06f2a7c2d395358c8e06c03694977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0185" y="2649855"/>
            <a:ext cx="5586730" cy="42030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d9eec2e9fdd6bf4be82d879e125ca1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593205" cy="2635885"/>
          </a:xfrm>
          <a:prstGeom prst="rect">
            <a:avLst/>
          </a:prstGeom>
        </p:spPr>
      </p:pic>
      <p:pic>
        <p:nvPicPr>
          <p:cNvPr id="3" name="图片 2" descr="b07cb8c67bc969ef11ace8610008029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525" y="949325"/>
            <a:ext cx="6467475" cy="3683635"/>
          </a:xfrm>
          <a:prstGeom prst="rect">
            <a:avLst/>
          </a:prstGeom>
        </p:spPr>
      </p:pic>
      <p:pic>
        <p:nvPicPr>
          <p:cNvPr id="4" name="图片 3" descr="9d8e07857fbc459d9c15efea86c277e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76040"/>
            <a:ext cx="6089650" cy="2981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73e16134fca8cd502a020aed8701c0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200650" cy="3448050"/>
          </a:xfrm>
          <a:prstGeom prst="rect">
            <a:avLst/>
          </a:prstGeom>
        </p:spPr>
      </p:pic>
      <p:pic>
        <p:nvPicPr>
          <p:cNvPr id="3" name="图片 2" descr="a85aaa362c6b318ff8f002375d74d8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595" y="0"/>
            <a:ext cx="6288405" cy="3575050"/>
          </a:xfrm>
          <a:prstGeom prst="rect">
            <a:avLst/>
          </a:prstGeom>
        </p:spPr>
      </p:pic>
      <p:pic>
        <p:nvPicPr>
          <p:cNvPr id="4" name="图片 3" descr="22199a5a6981307d3515acab71bf5fd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635"/>
            <a:ext cx="4559300" cy="3428365"/>
          </a:xfrm>
          <a:prstGeom prst="rect">
            <a:avLst/>
          </a:prstGeom>
        </p:spPr>
      </p:pic>
      <p:pic>
        <p:nvPicPr>
          <p:cNvPr id="5" name="图片 4" descr="d7fecc89771e47b16d8ea3538bad89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3575050"/>
            <a:ext cx="6289040" cy="3307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75562e89a9a2150fc7c40ca80503417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717550"/>
            <a:ext cx="11049000" cy="5422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7c66408cad264589931ee186479df6fd"/>
          <p:cNvPicPr>
            <a:picLocks noChangeAspect="1"/>
          </p:cNvPicPr>
          <p:nvPr/>
        </p:nvPicPr>
        <p:blipFill>
          <a:blip r:embed="rId1"/>
          <a:srcRect r="25981"/>
          <a:stretch>
            <a:fillRect/>
          </a:stretch>
        </p:blipFill>
        <p:spPr>
          <a:xfrm>
            <a:off x="0" y="0"/>
            <a:ext cx="4059555" cy="4135755"/>
          </a:xfrm>
          <a:prstGeom prst="rect">
            <a:avLst/>
          </a:prstGeom>
        </p:spPr>
      </p:pic>
      <p:pic>
        <p:nvPicPr>
          <p:cNvPr id="3" name="图片 2" descr="736f8de75e056f61d8a3c8bbd2d46ab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710" y="0"/>
            <a:ext cx="6499225" cy="4134485"/>
          </a:xfrm>
          <a:prstGeom prst="rect">
            <a:avLst/>
          </a:prstGeom>
        </p:spPr>
      </p:pic>
      <p:pic>
        <p:nvPicPr>
          <p:cNvPr id="4" name="图片 3" descr="60a058961e73f9963f0dd7b76d7af10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690" y="3861435"/>
            <a:ext cx="5313680" cy="29965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fe6e5061c8f2fb75c0eb15ae6c0fb9a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090795" cy="6858000"/>
          </a:xfrm>
          <a:prstGeom prst="rect">
            <a:avLst/>
          </a:prstGeom>
        </p:spPr>
      </p:pic>
      <p:pic>
        <p:nvPicPr>
          <p:cNvPr id="6" name="图片 5" descr="0f21509c421e7141d66c6891ac1ef0a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800" y="0"/>
            <a:ext cx="5453380" cy="3066415"/>
          </a:xfrm>
          <a:prstGeom prst="rect">
            <a:avLst/>
          </a:prstGeom>
        </p:spPr>
      </p:pic>
      <p:pic>
        <p:nvPicPr>
          <p:cNvPr id="7" name="图片 6" descr="3145bdec81e91e500a697dcdffc02b0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795" y="3152775"/>
            <a:ext cx="6625590" cy="37007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89c3849b82b61397ffc6f1e5d951e3e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49060" cy="3505835"/>
          </a:xfrm>
          <a:prstGeom prst="rect">
            <a:avLst/>
          </a:prstGeom>
        </p:spPr>
      </p:pic>
      <p:pic>
        <p:nvPicPr>
          <p:cNvPr id="3" name="图片 2" descr="b1ef954d27759c46f38b3aefdffcebb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8365"/>
            <a:ext cx="6449060" cy="3429635"/>
          </a:xfrm>
          <a:prstGeom prst="rect">
            <a:avLst/>
          </a:prstGeom>
        </p:spPr>
      </p:pic>
      <p:pic>
        <p:nvPicPr>
          <p:cNvPr id="4" name="图片 3" descr="a0268a2e824996f14122661cd80ed2e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615" y="0"/>
            <a:ext cx="5029200" cy="2832100"/>
          </a:xfrm>
          <a:prstGeom prst="rect">
            <a:avLst/>
          </a:prstGeom>
        </p:spPr>
      </p:pic>
      <p:pic>
        <p:nvPicPr>
          <p:cNvPr id="5" name="图片 4" descr="3a252115ae4e13b715128e904d1fa49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715" y="3302635"/>
            <a:ext cx="4991100" cy="2984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e84270cb01f6763ccc45cac6089ad1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8988425" cy="4737735"/>
          </a:xfrm>
          <a:prstGeom prst="rect">
            <a:avLst/>
          </a:prstGeom>
        </p:spPr>
      </p:pic>
      <p:pic>
        <p:nvPicPr>
          <p:cNvPr id="3" name="图片 2" descr="5271fea569525ccaae47033d242632d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2315" y="4486910"/>
            <a:ext cx="3829685" cy="23704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80f49fa4c25a4ad9c97fcd24c9eb203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89600" cy="4991100"/>
          </a:xfrm>
          <a:prstGeom prst="rect">
            <a:avLst/>
          </a:prstGeom>
        </p:spPr>
      </p:pic>
      <p:pic>
        <p:nvPicPr>
          <p:cNvPr id="3" name="图片 2" descr="776058721d7d0fe4c5d98091ebe8413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0" y="0"/>
            <a:ext cx="6501765" cy="3544570"/>
          </a:xfrm>
          <a:prstGeom prst="rect">
            <a:avLst/>
          </a:prstGeom>
        </p:spPr>
      </p:pic>
      <p:pic>
        <p:nvPicPr>
          <p:cNvPr id="4" name="图片 3" descr="4855bdccfcb94d727b20dbfa9c2f8e7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505835"/>
            <a:ext cx="6095365" cy="335216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b1fecb155a05dbb04811c8cc4de60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464685" cy="2560955"/>
          </a:xfrm>
          <a:prstGeom prst="rect">
            <a:avLst/>
          </a:prstGeom>
        </p:spPr>
      </p:pic>
      <p:pic>
        <p:nvPicPr>
          <p:cNvPr id="3" name="图片 2" descr="1d7262262baee060cf68389c9c74dec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50820"/>
            <a:ext cx="5596255" cy="3279775"/>
          </a:xfrm>
          <a:prstGeom prst="rect">
            <a:avLst/>
          </a:prstGeom>
        </p:spPr>
      </p:pic>
      <p:pic>
        <p:nvPicPr>
          <p:cNvPr id="4" name="图片 3" descr="6b53f2fd2110fb2d79852bc870df54b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245" y="10795"/>
            <a:ext cx="4914900" cy="3009900"/>
          </a:xfrm>
          <a:prstGeom prst="rect">
            <a:avLst/>
          </a:prstGeom>
        </p:spPr>
      </p:pic>
      <p:pic>
        <p:nvPicPr>
          <p:cNvPr id="5" name="图片 4" descr="e34de926fc0e0dcdf49df6d52583e0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6130" y="3020695"/>
            <a:ext cx="6067425" cy="380428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f930d15fa8fe9431e4ab381fec8072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13400" cy="6311900"/>
          </a:xfrm>
          <a:prstGeom prst="rect">
            <a:avLst/>
          </a:prstGeom>
        </p:spPr>
      </p:pic>
      <p:pic>
        <p:nvPicPr>
          <p:cNvPr id="4" name="图片 3" descr="41c75d99b7584502747eb0fccd401d2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400" y="0"/>
            <a:ext cx="6040120" cy="3662045"/>
          </a:xfrm>
          <a:prstGeom prst="rect">
            <a:avLst/>
          </a:prstGeom>
        </p:spPr>
      </p:pic>
      <p:pic>
        <p:nvPicPr>
          <p:cNvPr id="6" name="图片 5" descr="d78e01d43e83d99d574ebcbe287d73c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840" y="3662045"/>
            <a:ext cx="5344160" cy="31610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fd53bcaa886ec172486f0d2eddc01a4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796155" cy="3428365"/>
          </a:xfrm>
          <a:prstGeom prst="rect">
            <a:avLst/>
          </a:prstGeom>
        </p:spPr>
      </p:pic>
      <p:pic>
        <p:nvPicPr>
          <p:cNvPr id="3" name="图片 2" descr="258eb54d7d2cf8f5ea4f83713121bb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30880"/>
            <a:ext cx="4517390" cy="3627120"/>
          </a:xfrm>
          <a:prstGeom prst="rect">
            <a:avLst/>
          </a:prstGeom>
        </p:spPr>
      </p:pic>
      <p:pic>
        <p:nvPicPr>
          <p:cNvPr id="4" name="图片 3" descr="938a7ced390e08e32ba59260ad7049d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140" y="0"/>
            <a:ext cx="7299960" cy="4005580"/>
          </a:xfrm>
          <a:prstGeom prst="rect">
            <a:avLst/>
          </a:prstGeom>
        </p:spPr>
      </p:pic>
      <p:pic>
        <p:nvPicPr>
          <p:cNvPr id="5" name="图片 4" descr="6d2777347d86b9b756a95f5b397396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6260" y="4178300"/>
            <a:ext cx="4191000" cy="2679700"/>
          </a:xfrm>
          <a:prstGeom prst="rect">
            <a:avLst/>
          </a:prstGeom>
        </p:spPr>
      </p:pic>
      <p:pic>
        <p:nvPicPr>
          <p:cNvPr id="6" name="图片 5" descr="800db73a6f4204e4a94411b013a8d6a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5360" y="3883025"/>
            <a:ext cx="5773420" cy="29749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 descr="2644c27fcc4064fb38fbf54b024be56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220460" cy="3966210"/>
          </a:xfrm>
          <a:prstGeom prst="rect">
            <a:avLst/>
          </a:prstGeom>
        </p:spPr>
      </p:pic>
      <p:pic>
        <p:nvPicPr>
          <p:cNvPr id="8" name="图片 7" descr="478d303000f1b45eda1324aa7e6db2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365" y="3030855"/>
            <a:ext cx="6096635" cy="382714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0335778c8b695031bc2f74de50b1527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64100" cy="4635500"/>
          </a:xfrm>
          <a:prstGeom prst="rect">
            <a:avLst/>
          </a:prstGeom>
        </p:spPr>
      </p:pic>
      <p:pic>
        <p:nvPicPr>
          <p:cNvPr id="3" name="图片 2" descr="9b71bcd40d5a4f63c870fa1962c6c3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100" y="0"/>
            <a:ext cx="4099560" cy="5281930"/>
          </a:xfrm>
          <a:prstGeom prst="rect">
            <a:avLst/>
          </a:prstGeom>
        </p:spPr>
      </p:pic>
      <p:pic>
        <p:nvPicPr>
          <p:cNvPr id="4" name="图片 3" descr="8b5af477c94406cc029ba3f40b137bd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100" y="3816985"/>
            <a:ext cx="4406900" cy="304101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be21191149c2de50ae6d3409b75936b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562600" cy="5435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56797" y="312627"/>
            <a:ext cx="615821" cy="487307"/>
            <a:chOff x="356797" y="312627"/>
            <a:chExt cx="615821" cy="487307"/>
          </a:xfrm>
        </p:grpSpPr>
        <p:sp>
          <p:nvSpPr>
            <p:cNvPr id="6" name="菱形 5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菱形 6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" name="内容占位符 5"/>
          <p:cNvSpPr txBox="1"/>
          <p:nvPr/>
        </p:nvSpPr>
        <p:spPr>
          <a:xfrm>
            <a:off x="1077913" y="357733"/>
            <a:ext cx="5685026" cy="4422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800" b="1" kern="1200">
                <a:solidFill>
                  <a:schemeClr val="accent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00427E"/>
                </a:solidFill>
              </a:rPr>
              <a:t>第一章（小题、要看书）</a:t>
            </a:r>
            <a:endParaRPr lang="zh-CN" altLang="en-US" dirty="0">
              <a:solidFill>
                <a:srgbClr val="00427E"/>
              </a:solidFill>
            </a:endParaRPr>
          </a:p>
          <a:p>
            <a:endParaRPr lang="zh-CN" altLang="en-US" sz="2800" dirty="0">
              <a:solidFill>
                <a:srgbClr val="00427E"/>
              </a:solidFill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786534" y="1433739"/>
            <a:ext cx="9916638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charset="-122"/>
                <a:ea typeface="微软雅黑" charset="-122"/>
              </a:rPr>
              <a:t>基本概念</a:t>
            </a:r>
            <a:endParaRPr lang="en-US" altLang="zh-CN" b="1" dirty="0">
              <a:latin typeface="微软雅黑" charset="-122"/>
              <a:ea typeface="微软雅黑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b="1" dirty="0">
                <a:latin typeface="微软雅黑" charset="-122"/>
                <a:ea typeface="微软雅黑" charset="-122"/>
              </a:rPr>
              <a:t>编译程序与解释程序的区别</a:t>
            </a:r>
            <a:endParaRPr lang="en-US" altLang="zh-CN" sz="2800" b="1" dirty="0">
              <a:latin typeface="微软雅黑" charset="-122"/>
              <a:ea typeface="微软雅黑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b="1" dirty="0">
                <a:latin typeface="微软雅黑" charset="-122"/>
                <a:ea typeface="微软雅黑" charset="-122"/>
              </a:rPr>
              <a:t>编译包括哪些阶段，每阶段的输入、输出（功能角度）</a:t>
            </a:r>
            <a:endParaRPr lang="en-US" altLang="zh-CN" sz="2800" b="1" dirty="0">
              <a:latin typeface="微软雅黑" charset="-122"/>
              <a:ea typeface="微软雅黑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b="1" dirty="0">
                <a:latin typeface="微软雅黑" charset="-122"/>
                <a:ea typeface="微软雅黑" charset="-122"/>
              </a:rPr>
              <a:t>一遍扫描与多遍扫描的含义、执行过程的区别</a:t>
            </a:r>
            <a:endParaRPr lang="en-US" altLang="zh-CN" sz="2800" b="1" dirty="0">
              <a:latin typeface="微软雅黑" charset="-122"/>
              <a:ea typeface="微软雅黑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800" b="1" dirty="0">
              <a:latin typeface="微软雅黑" charset="-122"/>
              <a:ea typeface="微软雅黑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都很重要！！！</a:t>
            </a:r>
            <a:endParaRPr lang="en-US" altLang="zh-CN" sz="2800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三、四、五、七、九、十、十一</a:t>
            </a:r>
            <a:r>
              <a:rPr lang="zh-CN" altLang="en-US" sz="2800" b="1">
                <a:solidFill>
                  <a:srgbClr val="FF0000"/>
                </a:solidFill>
                <a:latin typeface="微软雅黑" charset="-122"/>
                <a:ea typeface="微软雅黑" charset="-122"/>
              </a:rPr>
              <a:t>章出大题</a:t>
            </a:r>
            <a:endParaRPr lang="zh-CN" altLang="en-US" sz="2800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56797" y="312627"/>
            <a:ext cx="615821" cy="487307"/>
            <a:chOff x="356797" y="312627"/>
            <a:chExt cx="615821" cy="487307"/>
          </a:xfrm>
        </p:grpSpPr>
        <p:sp>
          <p:nvSpPr>
            <p:cNvPr id="6" name="菱形 5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菱形 6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" name="内容占位符 5"/>
          <p:cNvSpPr txBox="1"/>
          <p:nvPr/>
        </p:nvSpPr>
        <p:spPr>
          <a:xfrm>
            <a:off x="1077913" y="357733"/>
            <a:ext cx="10513636" cy="4422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800" b="1" kern="1200">
                <a:solidFill>
                  <a:schemeClr val="accent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00427E"/>
                </a:solidFill>
              </a:rPr>
              <a:t>第二、三章（第二章小题、第三章重点！看清题目</a:t>
            </a:r>
            <a:r>
              <a:rPr lang="en-US" altLang="zh-CN" dirty="0">
                <a:solidFill>
                  <a:srgbClr val="00427E"/>
                </a:solidFill>
              </a:rPr>
              <a:t>—</a:t>
            </a:r>
            <a:r>
              <a:rPr lang="zh-CN" altLang="en-US" dirty="0">
                <a:solidFill>
                  <a:srgbClr val="00427E"/>
                </a:solidFill>
              </a:rPr>
              <a:t>自然语言转正则表达式，然后画</a:t>
            </a:r>
            <a:r>
              <a:rPr lang="en-US" altLang="zh-CN" u="sng" dirty="0">
                <a:solidFill>
                  <a:srgbClr val="FF0000"/>
                </a:solidFill>
              </a:rPr>
              <a:t>NFA</a:t>
            </a:r>
            <a:r>
              <a:rPr lang="zh-CN" altLang="en-US" u="sng" dirty="0">
                <a:solidFill>
                  <a:srgbClr val="FF0000"/>
                </a:solidFill>
              </a:rPr>
              <a:t>、</a:t>
            </a:r>
            <a:r>
              <a:rPr lang="en-US" altLang="zh-CN" u="sng" dirty="0">
                <a:solidFill>
                  <a:srgbClr val="FF0000"/>
                </a:solidFill>
              </a:rPr>
              <a:t>DFA</a:t>
            </a:r>
            <a:r>
              <a:rPr lang="zh-CN" altLang="en-US" u="sng" dirty="0">
                <a:solidFill>
                  <a:srgbClr val="FF0000"/>
                </a:solidFill>
              </a:rPr>
              <a:t>、最小化</a:t>
            </a:r>
            <a:r>
              <a:rPr lang="en-US" altLang="zh-CN" u="sng" dirty="0">
                <a:solidFill>
                  <a:srgbClr val="FF0000"/>
                </a:solidFill>
              </a:rPr>
              <a:t>DFA</a:t>
            </a:r>
            <a:r>
              <a:rPr lang="zh-CN" altLang="en-US" u="sng" dirty="0">
                <a:solidFill>
                  <a:srgbClr val="FF0000"/>
                </a:solidFill>
              </a:rPr>
              <a:t>（连贯动作）</a:t>
            </a:r>
            <a:r>
              <a:rPr lang="zh-CN" altLang="en-US" dirty="0">
                <a:solidFill>
                  <a:srgbClr val="00427E"/>
                </a:solidFill>
              </a:rPr>
              <a:t>啥的）</a:t>
            </a:r>
            <a:endParaRPr lang="zh-CN" altLang="en-US" dirty="0">
              <a:solidFill>
                <a:srgbClr val="00427E"/>
              </a:solidFill>
            </a:endParaRPr>
          </a:p>
          <a:p>
            <a:endParaRPr lang="zh-CN" altLang="en-US" sz="2800" dirty="0">
              <a:solidFill>
                <a:srgbClr val="00427E"/>
              </a:solidFill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786534" y="1433739"/>
            <a:ext cx="10791908" cy="494331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charset="-122"/>
                <a:ea typeface="微软雅黑" charset="-122"/>
              </a:rPr>
              <a:t>文法的基本概念</a:t>
            </a:r>
            <a:endParaRPr lang="zh-CN" altLang="en-US" b="1" dirty="0">
              <a:latin typeface="微软雅黑" charset="-122"/>
              <a:ea typeface="微软雅黑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charset="-122"/>
                <a:ea typeface="微软雅黑" charset="-122"/>
              </a:rPr>
              <a:t>文法的定义和分类（四元组、五元组啥的）</a:t>
            </a:r>
            <a:endParaRPr lang="zh-CN" altLang="en-US" b="1" dirty="0">
              <a:latin typeface="微软雅黑" charset="-122"/>
              <a:ea typeface="微软雅黑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charset="-122"/>
                <a:ea typeface="微软雅黑" charset="-122"/>
              </a:rPr>
              <a:t>语言，句型，句子的概念</a:t>
            </a:r>
            <a:endParaRPr lang="zh-CN" altLang="en-US" b="1" dirty="0">
              <a:latin typeface="微软雅黑" charset="-122"/>
              <a:ea typeface="微软雅黑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charset="-122"/>
                <a:ea typeface="微软雅黑" charset="-122"/>
              </a:rPr>
              <a:t>句型的推导、语法树与二义性：判定与证明二义性</a:t>
            </a:r>
            <a:endParaRPr lang="zh-CN" altLang="en-US" b="1" dirty="0"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charset="-122"/>
                <a:ea typeface="微软雅黑" charset="-122"/>
              </a:rPr>
              <a:t>正则表达式：文字描述向正则表达式的转化，正则表达式向</a:t>
            </a:r>
            <a:r>
              <a:rPr lang="en-US" altLang="zh-CN" b="1" dirty="0">
                <a:latin typeface="微软雅黑" charset="-122"/>
                <a:ea typeface="微软雅黑" charset="-122"/>
              </a:rPr>
              <a:t>NFA</a:t>
            </a:r>
            <a:r>
              <a:rPr lang="zh-CN" altLang="en-US" b="1" dirty="0">
                <a:latin typeface="微软雅黑" charset="-122"/>
                <a:ea typeface="微软雅黑" charset="-122"/>
              </a:rPr>
              <a:t>的转化相关概念</a:t>
            </a:r>
            <a:endParaRPr lang="zh-CN" altLang="en-US" b="1" dirty="0"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NFA</a:t>
            </a:r>
            <a:r>
              <a:rPr lang="zh-CN" altLang="en-US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确定化为 </a:t>
            </a:r>
            <a:r>
              <a:rPr lang="en-US" altLang="zh-CN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DFA</a:t>
            </a:r>
            <a:r>
              <a:rPr lang="zh-CN" altLang="en-US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方法</a:t>
            </a:r>
            <a:endParaRPr lang="zh-CN" altLang="en-US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DFA</a:t>
            </a:r>
            <a:r>
              <a:rPr lang="zh-CN" altLang="en-US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最小化方法</a:t>
            </a:r>
            <a:endParaRPr lang="zh-CN" altLang="en-US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56797" y="312627"/>
            <a:ext cx="615821" cy="487307"/>
            <a:chOff x="356797" y="312627"/>
            <a:chExt cx="615821" cy="487307"/>
          </a:xfrm>
        </p:grpSpPr>
        <p:sp>
          <p:nvSpPr>
            <p:cNvPr id="6" name="菱形 5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菱形 6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" name="内容占位符 5"/>
          <p:cNvSpPr txBox="1"/>
          <p:nvPr/>
        </p:nvSpPr>
        <p:spPr>
          <a:xfrm>
            <a:off x="1077913" y="357733"/>
            <a:ext cx="5685026" cy="4422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800" b="1" kern="1200">
                <a:solidFill>
                  <a:schemeClr val="accent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00427E"/>
                </a:solidFill>
              </a:rPr>
              <a:t>第四章</a:t>
            </a:r>
            <a:endParaRPr lang="zh-CN" altLang="en-US" dirty="0">
              <a:solidFill>
                <a:srgbClr val="00427E"/>
              </a:solidFill>
            </a:endParaRPr>
          </a:p>
          <a:p>
            <a:endParaRPr lang="zh-CN" altLang="en-US" sz="2800" dirty="0">
              <a:solidFill>
                <a:srgbClr val="00427E"/>
              </a:solidFill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786534" y="1433739"/>
            <a:ext cx="11100666" cy="4351338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charset="-122"/>
                <a:ea typeface="微软雅黑" charset="-122"/>
              </a:rPr>
              <a:t>LL(1)</a:t>
            </a:r>
            <a:r>
              <a:rPr lang="zh-CN" altLang="en-US" b="1" dirty="0">
                <a:latin typeface="微软雅黑" charset="-122"/>
                <a:ea typeface="微软雅黑" charset="-122"/>
              </a:rPr>
              <a:t>和递归下降分析法是自上而下的分析方法</a:t>
            </a:r>
            <a:endParaRPr lang="zh-CN" altLang="en-US" b="1" dirty="0"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LL(1)</a:t>
            </a:r>
            <a:r>
              <a:rPr lang="zh-CN" altLang="en-US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分析条件，</a:t>
            </a:r>
            <a:r>
              <a:rPr lang="en-US" altLang="zh-CN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个条件（没有左递归、无回溯、</a:t>
            </a:r>
            <a:r>
              <a:rPr lang="en-US" altLang="zh-CN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First</a:t>
            </a:r>
            <a:r>
              <a:rPr lang="zh-CN" altLang="en-US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和</a:t>
            </a:r>
            <a:r>
              <a:rPr lang="en-US" altLang="zh-CN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Follow</a:t>
            </a:r>
            <a:r>
              <a:rPr lang="zh-CN" altLang="en-US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无交集）</a:t>
            </a:r>
            <a:endParaRPr lang="en-US" altLang="zh-CN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latin typeface="微软雅黑" charset="-122"/>
                <a:ea typeface="微软雅黑" charset="-122"/>
              </a:rPr>
              <a:t>（分别采取怎样的处理才能满足这三个条件）</a:t>
            </a:r>
            <a:endParaRPr lang="zh-CN" altLang="en-US" b="1" dirty="0"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求解</a:t>
            </a:r>
            <a:r>
              <a:rPr lang="en-US" altLang="zh-CN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FIRST</a:t>
            </a:r>
            <a:r>
              <a:rPr lang="zh-CN" altLang="en-US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集和</a:t>
            </a:r>
            <a:r>
              <a:rPr lang="en-US" altLang="zh-CN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FOLLOW</a:t>
            </a:r>
            <a:r>
              <a:rPr lang="zh-CN" altLang="en-US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集</a:t>
            </a:r>
            <a:endParaRPr lang="zh-CN" altLang="en-US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charset="-122"/>
                <a:ea typeface="微软雅黑" charset="-122"/>
              </a:rPr>
              <a:t>求预测分析表</a:t>
            </a:r>
            <a:endParaRPr lang="zh-CN" altLang="en-US" b="1" dirty="0"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charset="-122"/>
                <a:ea typeface="微软雅黑" charset="-122"/>
              </a:rPr>
              <a:t>熟悉分析过程中栈的变化和所使用的产生式</a:t>
            </a:r>
            <a:endParaRPr lang="zh-CN" altLang="en-US" b="1" dirty="0"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56797" y="312627"/>
            <a:ext cx="615821" cy="487307"/>
            <a:chOff x="356797" y="312627"/>
            <a:chExt cx="615821" cy="487307"/>
          </a:xfrm>
        </p:grpSpPr>
        <p:sp>
          <p:nvSpPr>
            <p:cNvPr id="6" name="菱形 5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菱形 6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" name="内容占位符 5"/>
          <p:cNvSpPr txBox="1"/>
          <p:nvPr/>
        </p:nvSpPr>
        <p:spPr>
          <a:xfrm>
            <a:off x="1077913" y="357733"/>
            <a:ext cx="5685026" cy="4422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800" b="1" kern="1200">
                <a:solidFill>
                  <a:schemeClr val="accent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00427E"/>
                </a:solidFill>
              </a:rPr>
              <a:t>第五章</a:t>
            </a:r>
            <a:endParaRPr lang="zh-CN" altLang="en-US" dirty="0">
              <a:solidFill>
                <a:srgbClr val="00427E"/>
              </a:solidFill>
            </a:endParaRPr>
          </a:p>
          <a:p>
            <a:endParaRPr lang="zh-CN" altLang="en-US" sz="2800" dirty="0">
              <a:solidFill>
                <a:srgbClr val="00427E"/>
              </a:solidFill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786534" y="1077481"/>
            <a:ext cx="9916638" cy="558457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b="1" dirty="0">
                <a:latin typeface="微软雅黑" charset="-122"/>
                <a:ea typeface="微软雅黑" charset="-122"/>
              </a:rPr>
              <a:t>LR(0)</a:t>
            </a:r>
            <a:r>
              <a:rPr lang="zh-CN" altLang="en-US" sz="2400" b="1" dirty="0">
                <a:latin typeface="微软雅黑" charset="-122"/>
                <a:ea typeface="微软雅黑" charset="-122"/>
              </a:rPr>
              <a:t>和算符优先分析</a:t>
            </a:r>
            <a:r>
              <a:rPr lang="zh-CN" altLang="en-US" sz="24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（不是规范归约）</a:t>
            </a:r>
            <a:r>
              <a:rPr lang="zh-CN" altLang="en-US" sz="2400" b="1" dirty="0">
                <a:latin typeface="微软雅黑" charset="-122"/>
                <a:ea typeface="微软雅黑" charset="-122"/>
              </a:rPr>
              <a:t>方法是自底向上的分析方法</a:t>
            </a:r>
            <a:endParaRPr lang="en-US" altLang="zh-CN" sz="2400" b="1" dirty="0"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概念：规范规约、短语、句柄、素短语、最左素短语、活前缀</a:t>
            </a:r>
            <a:endParaRPr lang="en-US" altLang="zh-CN" sz="2400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>
                <a:latin typeface="微软雅黑" charset="-122"/>
                <a:ea typeface="微软雅黑" charset="-122"/>
              </a:rPr>
              <a:t>能够对给定的句型求出短语、句柄、素短语、最左素短语</a:t>
            </a:r>
            <a:endParaRPr lang="en-US" altLang="zh-CN" sz="2400" b="1" dirty="0"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>
                <a:latin typeface="微软雅黑" charset="-122"/>
                <a:ea typeface="微软雅黑" charset="-122"/>
              </a:rPr>
              <a:t>熟悉算符优先文法及其分析方法的基本概念和过程</a:t>
            </a:r>
            <a:endParaRPr lang="en-US" altLang="zh-CN" sz="2400" b="1" dirty="0"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LR</a:t>
            </a:r>
            <a:r>
              <a:rPr lang="zh-CN" altLang="en-US" sz="24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0</a:t>
            </a:r>
            <a:r>
              <a:rPr lang="zh-CN" altLang="en-US" sz="24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）文法的判定</a:t>
            </a:r>
            <a:endParaRPr lang="en-US" altLang="zh-CN" sz="2400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LR</a:t>
            </a:r>
            <a:r>
              <a:rPr lang="zh-CN" altLang="en-US" sz="24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0</a:t>
            </a:r>
            <a:r>
              <a:rPr lang="zh-CN" altLang="en-US" sz="24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）项目集规范族，识别活前缀的</a:t>
            </a:r>
            <a:r>
              <a:rPr lang="en-US" altLang="zh-CN" sz="24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DFA</a:t>
            </a:r>
            <a:endParaRPr lang="en-US" altLang="zh-CN" sz="2400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LR</a:t>
            </a:r>
            <a:r>
              <a:rPr lang="zh-CN" altLang="en-US" sz="24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0</a:t>
            </a:r>
            <a:r>
              <a:rPr lang="zh-CN" altLang="en-US" sz="24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）分析表</a:t>
            </a:r>
            <a:endParaRPr lang="en-US" altLang="zh-CN" sz="2400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>
                <a:latin typeface="微软雅黑" charset="-122"/>
                <a:ea typeface="微软雅黑" charset="-122"/>
              </a:rPr>
              <a:t>移进</a:t>
            </a:r>
            <a:r>
              <a:rPr lang="en-US" altLang="zh-CN" sz="2400" b="1" dirty="0">
                <a:latin typeface="微软雅黑" charset="-122"/>
                <a:ea typeface="微软雅黑" charset="-122"/>
              </a:rPr>
              <a:t>-</a:t>
            </a:r>
            <a:r>
              <a:rPr lang="zh-CN" altLang="en-US" sz="2400" b="1" dirty="0">
                <a:latin typeface="微软雅黑" charset="-122"/>
                <a:ea typeface="微软雅黑" charset="-122"/>
              </a:rPr>
              <a:t>规约分析过程中栈的变化</a:t>
            </a:r>
            <a:endParaRPr lang="en-US" altLang="zh-CN" sz="2400" b="1" dirty="0"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b="1" dirty="0">
                <a:latin typeface="微软雅黑" charset="-122"/>
                <a:ea typeface="微软雅黑" charset="-122"/>
              </a:rPr>
              <a:t>LR(0), SLR, LR(1)</a:t>
            </a:r>
            <a:r>
              <a:rPr lang="zh-CN" altLang="en-US" sz="2400" b="1" dirty="0">
                <a:latin typeface="微软雅黑" charset="-122"/>
                <a:ea typeface="微软雅黑" charset="-122"/>
              </a:rPr>
              <a:t>之间的关系</a:t>
            </a:r>
            <a:endParaRPr lang="en-US" altLang="zh-CN" sz="2400" b="1" dirty="0">
              <a:latin typeface="微软雅黑" charset="-122"/>
              <a:ea typeface="微软雅黑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139960" y="760811"/>
            <a:ext cx="6085800" cy="1402560"/>
            <a:chOff x="2139960" y="760811"/>
            <a:chExt cx="6085800" cy="140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r:id="rId1" p14:bwMode="auto">
              <p14:nvContentPartPr>
                <p14:cNvPr id="3" name="墨迹 2"/>
                <p14:cNvContentPartPr/>
                <p14:nvPr/>
              </p14:nvContentPartPr>
              <p14:xfrm>
                <a:off x="4552320" y="1749371"/>
                <a:ext cx="477720" cy="348120"/>
              </p14:xfrm>
            </p:contentPart>
          </mc:Choice>
          <mc:Fallback xmlns="">
            <p:pic>
              <p:nvPicPr>
                <p:cNvPr id="3" name="墨迹 2"/>
              </p:nvPicPr>
              <p:blipFill>
                <a:blip r:embed="rId2"/>
              </p:blipFill>
              <p:spPr>
                <a:xfrm>
                  <a:off x="4552320" y="1749371"/>
                  <a:ext cx="477720" cy="34812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3" p14:bwMode="auto">
              <p14:nvContentPartPr>
                <p14:cNvPr id="4" name="墨迹 3"/>
                <p14:cNvContentPartPr/>
                <p14:nvPr/>
              </p14:nvContentPartPr>
              <p14:xfrm>
                <a:off x="2972640" y="1638851"/>
                <a:ext cx="1740600" cy="148680"/>
              </p14:xfrm>
            </p:contentPart>
          </mc:Choice>
          <mc:Fallback xmlns="">
            <p:pic>
              <p:nvPicPr>
                <p:cNvPr id="4" name="墨迹 3"/>
              </p:nvPicPr>
              <p:blipFill>
                <a:blip r:embed="rId4"/>
              </p:blipFill>
              <p:spPr>
                <a:xfrm>
                  <a:off x="2972640" y="1638851"/>
                  <a:ext cx="1740600" cy="14868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5" p14:bwMode="auto">
              <p14:nvContentPartPr>
                <p14:cNvPr id="5" name="墨迹 4"/>
                <p14:cNvContentPartPr/>
                <p14:nvPr/>
              </p14:nvContentPartPr>
              <p14:xfrm>
                <a:off x="2967960" y="1618331"/>
                <a:ext cx="313920" cy="187920"/>
              </p14:xfrm>
            </p:contentPart>
          </mc:Choice>
          <mc:Fallback xmlns="">
            <p:pic>
              <p:nvPicPr>
                <p:cNvPr id="5" name="墨迹 4"/>
              </p:nvPicPr>
              <p:blipFill>
                <a:blip r:embed="rId6"/>
              </p:blipFill>
              <p:spPr>
                <a:xfrm>
                  <a:off x="2967960" y="1618331"/>
                  <a:ext cx="313920" cy="18792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7" p14:bwMode="auto">
              <p14:nvContentPartPr>
                <p14:cNvPr id="8" name="墨迹 7"/>
                <p14:cNvContentPartPr/>
                <p14:nvPr/>
              </p14:nvContentPartPr>
              <p14:xfrm>
                <a:off x="5332440" y="1738931"/>
                <a:ext cx="2893320" cy="424440"/>
              </p14:xfrm>
            </p:contentPart>
          </mc:Choice>
          <mc:Fallback xmlns="">
            <p:pic>
              <p:nvPicPr>
                <p:cNvPr id="8" name="墨迹 7"/>
              </p:nvPicPr>
              <p:blipFill>
                <a:blip r:embed="rId8"/>
              </p:blipFill>
              <p:spPr>
                <a:xfrm>
                  <a:off x="5332440" y="1738931"/>
                  <a:ext cx="2893320" cy="42444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9" p14:bwMode="auto">
              <p14:nvContentPartPr>
                <p14:cNvPr id="13" name="墨迹 12"/>
                <p14:cNvContentPartPr/>
                <p14:nvPr/>
              </p14:nvContentPartPr>
              <p14:xfrm>
                <a:off x="2889120" y="760811"/>
                <a:ext cx="2940840" cy="1041120"/>
              </p14:xfrm>
            </p:contentPart>
          </mc:Choice>
          <mc:Fallback xmlns="">
            <p:pic>
              <p:nvPicPr>
                <p:cNvPr id="13" name="墨迹 12"/>
              </p:nvPicPr>
              <p:blipFill>
                <a:blip r:embed="rId10"/>
              </p:blipFill>
              <p:spPr>
                <a:xfrm>
                  <a:off x="2889120" y="760811"/>
                  <a:ext cx="2940840" cy="104112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11" p14:bwMode="auto">
              <p14:nvContentPartPr>
                <p14:cNvPr id="14" name="墨迹 13"/>
                <p14:cNvContentPartPr/>
                <p14:nvPr/>
              </p14:nvContentPartPr>
              <p14:xfrm>
                <a:off x="2898120" y="1086971"/>
                <a:ext cx="430560" cy="198360"/>
              </p14:xfrm>
            </p:contentPart>
          </mc:Choice>
          <mc:Fallback xmlns="">
            <p:pic>
              <p:nvPicPr>
                <p:cNvPr id="14" name="墨迹 13"/>
              </p:nvPicPr>
              <p:blipFill>
                <a:blip r:embed="rId12"/>
              </p:blipFill>
              <p:spPr>
                <a:xfrm>
                  <a:off x="2898120" y="1086971"/>
                  <a:ext cx="430560" cy="198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13" p14:bwMode="auto">
              <p14:nvContentPartPr>
                <p14:cNvPr id="17" name="墨迹 16"/>
                <p14:cNvContentPartPr/>
                <p14:nvPr/>
              </p14:nvContentPartPr>
              <p14:xfrm>
                <a:off x="2204040" y="1167971"/>
                <a:ext cx="221400" cy="12960"/>
              </p14:xfrm>
            </p:contentPart>
          </mc:Choice>
          <mc:Fallback xmlns="">
            <p:pic>
              <p:nvPicPr>
                <p:cNvPr id="17" name="墨迹 16"/>
              </p:nvPicPr>
              <p:blipFill>
                <a:blip r:embed="rId14"/>
              </p:blipFill>
              <p:spPr>
                <a:xfrm>
                  <a:off x="2204040" y="1167971"/>
                  <a:ext cx="221400" cy="129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15" p14:bwMode="auto">
              <p14:nvContentPartPr>
                <p14:cNvPr id="18" name="墨迹 17"/>
                <p14:cNvContentPartPr/>
                <p14:nvPr/>
              </p14:nvContentPartPr>
              <p14:xfrm>
                <a:off x="2139960" y="1142051"/>
                <a:ext cx="263160" cy="558720"/>
              </p14:xfrm>
            </p:contentPart>
          </mc:Choice>
          <mc:Fallback xmlns="">
            <p:pic>
              <p:nvPicPr>
                <p:cNvPr id="18" name="墨迹 17"/>
              </p:nvPicPr>
              <p:blipFill>
                <a:blip r:embed="rId16"/>
              </p:blipFill>
              <p:spPr>
                <a:xfrm>
                  <a:off x="2139960" y="1142051"/>
                  <a:ext cx="263160" cy="55872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17" p14:bwMode="auto">
              <p14:nvContentPartPr>
                <p14:cNvPr id="21" name="墨迹 20"/>
                <p14:cNvContentPartPr/>
                <p14:nvPr/>
              </p14:nvContentPartPr>
              <p14:xfrm>
                <a:off x="3717480" y="1171211"/>
                <a:ext cx="294840" cy="553320"/>
              </p14:xfrm>
            </p:contentPart>
          </mc:Choice>
          <mc:Fallback xmlns="">
            <p:pic>
              <p:nvPicPr>
                <p:cNvPr id="21" name="墨迹 20"/>
              </p:nvPicPr>
              <p:blipFill>
                <a:blip r:embed="rId18"/>
              </p:blipFill>
              <p:spPr>
                <a:xfrm>
                  <a:off x="3717480" y="1171211"/>
                  <a:ext cx="294840" cy="553320"/>
                </a:xfrm>
                <a:prstGeom prst="rect"/>
              </p:spPr>
            </p:pic>
          </mc:Fallback>
        </mc:AlternateContent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56797" y="312627"/>
            <a:ext cx="615821" cy="487307"/>
            <a:chOff x="356797" y="312627"/>
            <a:chExt cx="615821" cy="487307"/>
          </a:xfrm>
        </p:grpSpPr>
        <p:sp>
          <p:nvSpPr>
            <p:cNvPr id="6" name="菱形 5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菱形 6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" name="内容占位符 5"/>
          <p:cNvSpPr txBox="1"/>
          <p:nvPr/>
        </p:nvSpPr>
        <p:spPr>
          <a:xfrm>
            <a:off x="1077913" y="357733"/>
            <a:ext cx="9841878" cy="4422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800" b="1" kern="1200">
                <a:solidFill>
                  <a:schemeClr val="accent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00427E"/>
                </a:solidFill>
              </a:rPr>
              <a:t>第六、七章（第七章一定有大题</a:t>
            </a:r>
            <a:r>
              <a:rPr lang="en-US" altLang="zh-CN" dirty="0">
                <a:solidFill>
                  <a:srgbClr val="00427E"/>
                </a:solidFill>
              </a:rPr>
              <a:t>--bool</a:t>
            </a:r>
            <a:r>
              <a:rPr lang="zh-CN" altLang="en-US" dirty="0">
                <a:solidFill>
                  <a:srgbClr val="00427E"/>
                </a:solidFill>
              </a:rPr>
              <a:t>表达式或控制语句）</a:t>
            </a:r>
            <a:endParaRPr lang="zh-CN" altLang="en-US" dirty="0">
              <a:solidFill>
                <a:srgbClr val="00427E"/>
              </a:solidFill>
            </a:endParaRPr>
          </a:p>
          <a:p>
            <a:endParaRPr lang="zh-CN" altLang="en-US" sz="2800" dirty="0">
              <a:solidFill>
                <a:srgbClr val="00427E"/>
              </a:solidFill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786534" y="1433738"/>
            <a:ext cx="10673154" cy="49314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charset="-122"/>
                <a:ea typeface="微软雅黑" charset="-122"/>
              </a:rPr>
              <a:t>基本概念：语法制导翻译、逆波兰表达式</a:t>
            </a:r>
            <a:endParaRPr lang="zh-CN" altLang="en-US" b="1" dirty="0"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charset="-122"/>
                <a:ea typeface="微软雅黑" charset="-122"/>
              </a:rPr>
              <a:t>能根据语义动作执行规约和相应的语义动作</a:t>
            </a:r>
            <a:endParaRPr lang="zh-CN" altLang="en-US" b="1" dirty="0"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charset="-122"/>
                <a:ea typeface="微软雅黑" charset="-122"/>
              </a:rPr>
              <a:t>中间代码生成（语义动作会给，但要读懂）</a:t>
            </a:r>
            <a:endParaRPr lang="zh-CN" altLang="en-US" b="1" dirty="0">
              <a:latin typeface="微软雅黑" charset="-122"/>
              <a:ea typeface="微软雅黑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charset="-122"/>
                <a:ea typeface="微软雅黑" charset="-122"/>
              </a:rPr>
              <a:t>布尔表达式中间代码生成，</a:t>
            </a:r>
            <a:r>
              <a:rPr lang="zh-CN" altLang="en-US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真假出口的标定</a:t>
            </a:r>
            <a:endParaRPr lang="zh-CN" altLang="en-US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charset="-122"/>
                <a:ea typeface="微软雅黑" charset="-122"/>
              </a:rPr>
              <a:t>控制语句的中间代码生成，</a:t>
            </a:r>
            <a:r>
              <a:rPr lang="zh-CN" altLang="en-US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回填</a:t>
            </a:r>
            <a:endParaRPr lang="zh-CN" altLang="en-US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charset="-122"/>
                <a:ea typeface="微软雅黑" charset="-122"/>
              </a:rPr>
              <a:t>画出来树</a:t>
            </a:r>
            <a:endParaRPr lang="zh-CN" altLang="en-US" b="1" dirty="0"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务必注意细节！！</a:t>
            </a:r>
            <a:endParaRPr lang="zh-CN" altLang="en-US" sz="2800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56797" y="312627"/>
            <a:ext cx="615821" cy="487307"/>
            <a:chOff x="356797" y="312627"/>
            <a:chExt cx="615821" cy="487307"/>
          </a:xfrm>
        </p:grpSpPr>
        <p:sp>
          <p:nvSpPr>
            <p:cNvPr id="6" name="菱形 5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菱形 6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" name="内容占位符 5"/>
          <p:cNvSpPr txBox="1"/>
          <p:nvPr/>
        </p:nvSpPr>
        <p:spPr>
          <a:xfrm>
            <a:off x="1077913" y="357733"/>
            <a:ext cx="5685026" cy="4422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800" b="1" kern="1200">
                <a:solidFill>
                  <a:schemeClr val="accent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00427E"/>
                </a:solidFill>
              </a:rPr>
              <a:t>第八、九章</a:t>
            </a:r>
            <a:endParaRPr lang="zh-CN" altLang="en-US" dirty="0">
              <a:solidFill>
                <a:srgbClr val="00427E"/>
              </a:solidFill>
            </a:endParaRPr>
          </a:p>
          <a:p>
            <a:endParaRPr lang="zh-CN" altLang="en-US" sz="2800" dirty="0">
              <a:solidFill>
                <a:srgbClr val="00427E"/>
              </a:solidFill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786534" y="1433739"/>
            <a:ext cx="9916638" cy="4351338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charset="-122"/>
                <a:ea typeface="微软雅黑" charset="-122"/>
              </a:rPr>
              <a:t>基本概念：符号表作用（贯穿整个编译过程，每个阶段的作用）</a:t>
            </a:r>
            <a:endParaRPr lang="zh-CN" altLang="en-US" b="1" dirty="0"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charset="-122"/>
                <a:ea typeface="微软雅黑" charset="-122"/>
              </a:rPr>
              <a:t>熟练掌握参数传递的</a:t>
            </a:r>
            <a:r>
              <a:rPr lang="en-US" altLang="zh-CN" b="1" dirty="0">
                <a:latin typeface="微软雅黑" charset="-122"/>
                <a:ea typeface="微软雅黑" charset="-122"/>
              </a:rPr>
              <a:t>4</a:t>
            </a:r>
            <a:r>
              <a:rPr lang="zh-CN" altLang="en-US" b="1" dirty="0">
                <a:latin typeface="微软雅黑" charset="-122"/>
                <a:ea typeface="微软雅黑" charset="-122"/>
              </a:rPr>
              <a:t>种方式</a:t>
            </a:r>
            <a:endParaRPr lang="zh-CN" altLang="en-US" b="1" dirty="0"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charset="-122"/>
                <a:ea typeface="微软雅黑" charset="-122"/>
              </a:rPr>
              <a:t>运行存储策略中动态链、静态链和</a:t>
            </a:r>
            <a:r>
              <a:rPr lang="en-US" altLang="zh-CN" b="1" dirty="0">
                <a:latin typeface="微软雅黑" charset="-122"/>
                <a:ea typeface="微软雅黑" charset="-122"/>
              </a:rPr>
              <a:t>DISPLAY</a:t>
            </a:r>
            <a:r>
              <a:rPr lang="zh-CN" altLang="en-US" b="1" dirty="0">
                <a:latin typeface="微软雅黑" charset="-122"/>
                <a:ea typeface="微软雅黑" charset="-122"/>
              </a:rPr>
              <a:t>表分别的作用</a:t>
            </a:r>
            <a:endParaRPr lang="zh-CN" altLang="en-US" b="1" dirty="0"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charset="-122"/>
                <a:ea typeface="微软雅黑" charset="-122"/>
              </a:rPr>
              <a:t>熟练掌握嵌套过程运行栈的构造</a:t>
            </a:r>
            <a:endParaRPr lang="zh-CN" altLang="en-US" b="1" dirty="0"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运行栈的内容</a:t>
            </a:r>
            <a:endParaRPr lang="zh-CN" altLang="en-US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DISPLAY</a:t>
            </a:r>
            <a:r>
              <a:rPr lang="zh-CN" altLang="en-US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表概念和构建方法</a:t>
            </a:r>
            <a:endParaRPr lang="zh-CN" altLang="en-US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56797" y="312627"/>
            <a:ext cx="615821" cy="487307"/>
            <a:chOff x="356797" y="312627"/>
            <a:chExt cx="615821" cy="487307"/>
          </a:xfrm>
        </p:grpSpPr>
        <p:sp>
          <p:nvSpPr>
            <p:cNvPr id="6" name="菱形 5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菱形 6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" name="内容占位符 5"/>
          <p:cNvSpPr txBox="1"/>
          <p:nvPr/>
        </p:nvSpPr>
        <p:spPr>
          <a:xfrm>
            <a:off x="1077913" y="357733"/>
            <a:ext cx="5685026" cy="4422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800" b="1" kern="1200">
                <a:solidFill>
                  <a:schemeClr val="accent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00427E"/>
                </a:solidFill>
              </a:rPr>
              <a:t>第十章</a:t>
            </a:r>
            <a:r>
              <a:rPr lang="en-US" altLang="zh-CN" dirty="0">
                <a:solidFill>
                  <a:srgbClr val="00427E"/>
                </a:solidFill>
              </a:rPr>
              <a:t>-</a:t>
            </a:r>
            <a:r>
              <a:rPr lang="zh-CN" altLang="en-US" dirty="0">
                <a:solidFill>
                  <a:srgbClr val="00427E"/>
                </a:solidFill>
              </a:rPr>
              <a:t>一道大题</a:t>
            </a:r>
            <a:endParaRPr lang="zh-CN" altLang="en-US" dirty="0">
              <a:solidFill>
                <a:srgbClr val="00427E"/>
              </a:solidFill>
            </a:endParaRPr>
          </a:p>
          <a:p>
            <a:endParaRPr lang="zh-CN" altLang="en-US" sz="2800" dirty="0">
              <a:solidFill>
                <a:srgbClr val="00427E"/>
              </a:solidFill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786533" y="1433739"/>
            <a:ext cx="10388147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划分基本块，程序流图</a:t>
            </a:r>
            <a:endParaRPr lang="zh-CN" altLang="en-US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charset="-122"/>
                <a:ea typeface="微软雅黑" charset="-122"/>
              </a:rPr>
              <a:t>熟悉基本优化方法：局部优化和循环优化分别对应哪些优化方法</a:t>
            </a:r>
            <a:endParaRPr lang="zh-CN" altLang="en-US" b="1" dirty="0"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charset="-122"/>
                <a:ea typeface="微软雅黑" charset="-122"/>
              </a:rPr>
              <a:t>熟练掌握局部优化：</a:t>
            </a:r>
            <a:r>
              <a:rPr lang="zh-CN" altLang="en-US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用</a:t>
            </a:r>
            <a:r>
              <a:rPr lang="en-US" altLang="zh-CN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DAG</a:t>
            </a:r>
            <a:r>
              <a:rPr lang="zh-CN" altLang="en-US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图优化</a:t>
            </a:r>
            <a:r>
              <a:rPr lang="zh-CN" altLang="en-US" b="1" dirty="0">
                <a:latin typeface="微软雅黑" charset="-122"/>
                <a:ea typeface="微软雅黑" charset="-122"/>
              </a:rPr>
              <a:t>，能够写出优化后的四元式表示</a:t>
            </a:r>
            <a:endParaRPr lang="zh-CN" altLang="en-US" b="1" dirty="0"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charset="-122"/>
                <a:ea typeface="微软雅黑" charset="-122"/>
              </a:rPr>
              <a:t>熟练掌握</a:t>
            </a:r>
            <a:r>
              <a:rPr lang="zh-CN" altLang="en-US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循环优化</a:t>
            </a:r>
            <a:r>
              <a:rPr lang="zh-CN" altLang="en-US" b="1" dirty="0">
                <a:latin typeface="微软雅黑" charset="-122"/>
                <a:ea typeface="微软雅黑" charset="-122"/>
              </a:rPr>
              <a:t>：代码外提条件、强度削弱、删除基本归纳变量</a:t>
            </a:r>
            <a:endParaRPr lang="en-US" altLang="zh-CN" b="1" dirty="0"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56797" y="312627"/>
            <a:ext cx="615821" cy="487307"/>
            <a:chOff x="356797" y="312627"/>
            <a:chExt cx="615821" cy="487307"/>
          </a:xfrm>
        </p:grpSpPr>
        <p:sp>
          <p:nvSpPr>
            <p:cNvPr id="6" name="菱形 5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菱形 6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" name="内容占位符 5"/>
          <p:cNvSpPr txBox="1"/>
          <p:nvPr/>
        </p:nvSpPr>
        <p:spPr>
          <a:xfrm>
            <a:off x="1077913" y="357733"/>
            <a:ext cx="5685026" cy="4422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800" b="1" kern="1200">
                <a:solidFill>
                  <a:schemeClr val="accent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00427E"/>
                </a:solidFill>
              </a:rPr>
              <a:t>第十一章</a:t>
            </a:r>
            <a:r>
              <a:rPr lang="en-US" altLang="zh-CN" dirty="0">
                <a:solidFill>
                  <a:srgbClr val="00427E"/>
                </a:solidFill>
              </a:rPr>
              <a:t>-</a:t>
            </a:r>
            <a:r>
              <a:rPr lang="zh-CN" altLang="en-US" dirty="0">
                <a:solidFill>
                  <a:srgbClr val="00427E"/>
                </a:solidFill>
              </a:rPr>
              <a:t>一道大题</a:t>
            </a:r>
            <a:endParaRPr lang="zh-CN" altLang="en-US" dirty="0">
              <a:solidFill>
                <a:srgbClr val="00427E"/>
              </a:solidFill>
            </a:endParaRPr>
          </a:p>
          <a:p>
            <a:endParaRPr lang="zh-CN" altLang="en-US" sz="2800" dirty="0">
              <a:solidFill>
                <a:srgbClr val="00427E"/>
              </a:solidFill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786533" y="1433739"/>
            <a:ext cx="10388147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charset="-122"/>
                <a:ea typeface="微软雅黑" charset="-122"/>
              </a:rPr>
              <a:t>目标代码生成的基本问题所涉及的基本概念</a:t>
            </a:r>
            <a:endParaRPr lang="zh-CN" altLang="en-US" b="1" dirty="0"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考虑寄存器分配的目标代码生成</a:t>
            </a:r>
            <a:endParaRPr lang="zh-CN" altLang="en-US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待用与活跃信息表的构建</a:t>
            </a:r>
            <a:endParaRPr lang="zh-CN" altLang="en-US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610437"/>
            <a:ext cx="12192000" cy="3780430"/>
          </a:xfrm>
          <a:prstGeom prst="rect">
            <a:avLst/>
          </a:prstGeom>
          <a:solidFill>
            <a:srgbClr val="0042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0" y="2807000"/>
            <a:ext cx="121721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72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祝大家期末考试顺利</a:t>
            </a:r>
            <a:endParaRPr lang="zh-CN" altLang="en-US" sz="72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226" y="935713"/>
            <a:ext cx="1332748" cy="1338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5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005CA2"/>
      </a:accent1>
      <a:accent2>
        <a:srgbClr val="02A4EC"/>
      </a:accent2>
      <a:accent3>
        <a:srgbClr val="09DEE9"/>
      </a:accent3>
      <a:accent4>
        <a:srgbClr val="06DCA9"/>
      </a:accent4>
      <a:accent5>
        <a:srgbClr val="74DE95"/>
      </a:accent5>
      <a:accent6>
        <a:srgbClr val="EB9641"/>
      </a:accent6>
      <a:hlink>
        <a:srgbClr val="6B9F25"/>
      </a:hlink>
      <a:folHlink>
        <a:srgbClr val="9F6715"/>
      </a:folHlink>
    </a:clrScheme>
    <a:fontScheme name="自定义 1">
      <a:majorFont>
        <a:latin typeface="Segoe UI Light"/>
        <a:ea typeface="微软雅黑"/>
        <a:cs typeface=""/>
      </a:majorFont>
      <a:minorFont>
        <a:latin typeface="Segoe UI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ma:contentTypeVersion="14" ma:contentTypeScope="" ma:versionID="a92876c77cfcbbe12ab191a9623f82f6" ct:_="" ma:_="" ma:contentTypeName="Document" ma:contentTypeDescription="Create a new document." ma:contentTypeID="0x010100B46CF4D12F6D274388BA24624B09F71E">
  <xsd:schema xmlns:p="http://schemas.microsoft.com/office/2006/metadata/properties" xmlns:ns3="3469d720-5ab8-4f6d-9e21-4825a85e22e0" xmlns:xsd="http://www.w3.org/2001/XMLSchema" xmlns:xs="http://www.w3.org/2001/XMLSchema" ma:root="true" ma:fieldsID="3cb57053222f5d0c2304182915b5c594" ns3:_="" targetNamespace="http://schemas.microsoft.com/office/2006/metadata/properties">
    <xsd:import namespace="3469d720-5ab8-4f6d-9e21-4825a85e22e0"/>
    <xsd:element name="properties">
      <xsd:complexType>
        <xsd:sequence>
          <xsd:element name="documentManagement">
            <xsd:complexType>
              <xsd:all>
                <xsd:element minOccurs="0" ref="ns3:MediaServiceMetadata"/>
                <xsd:element minOccurs="0" ref="ns3:MediaServiceFastMetadata"/>
                <xsd:element minOccurs="0" ref="ns3:MediaServiceAutoTags"/>
                <xsd:element minOccurs="0" ref="ns3:MediaServiceGenerationTime"/>
                <xsd:element minOccurs="0" ref="ns3:MediaServiceEventHashCode"/>
                <xsd:element minOccurs="0" ref="ns3:MediaServiceDateTaken"/>
                <xsd:element minOccurs="0" ref="ns3:MediaServiceOCR"/>
                <xsd:element minOccurs="0" ref="ns3:MediaServiceAutoKeyPoints"/>
                <xsd:element minOccurs="0" ref="ns3:MediaServiceKeyPoints"/>
                <xsd:element minOccurs="0" ref="ns3:MediaServiceLocation"/>
                <xsd:element minOccurs="0" ref="ns3:MediaLengthInSeconds"/>
                <xsd:element minOccurs="0" ref="ns3:MediaServiceObjectDetectorVersions"/>
                <xsd:element minOccurs="0" ref="ns3:MediaServiceSystemTags"/>
                <xsd:element minOccurs="0" ref="ns3:MediaServiceSearchProperties"/>
              </xsd:all>
            </xsd:complexType>
          </xsd:element>
        </xsd:sequence>
      </xsd:complexType>
    </xsd:element>
  </xsd:schema>
  <xsd:schema xmlns:pc="http://schemas.microsoft.com/office/infopath/2007/PartnerControls" xmlns:xsd="http://www.w3.org/2001/XMLSchema" xmlns:xs="http://www.w3.org/2001/XMLSchema" xmlns:dms="http://schemas.microsoft.com/office/2006/documentManagement/types" elementFormDefault="qualified" targetNamespace="3469d720-5ab8-4f6d-9e21-4825a85e22e0">
    <xsd:import namespace="http://schemas.microsoft.com/office/2006/documentManagement/types"/>
    <xsd:import namespace="http://schemas.microsoft.com/office/infopath/2007/PartnerControls"/>
    <xsd:element ma:index="8" ma:hidden="true" ma:internalName="MediaServiceMetadata" ma:readOnly="true" name="MediaServiceMetadata" ma:displayName="MediaServiceMetadata" nillable="true">
      <xsd:simpleType>
        <xsd:restriction base="dms:Note"/>
      </xsd:simpleType>
    </xsd:element>
    <xsd:element ma:index="9" ma:hidden="true" ma:internalName="MediaServiceFastMetadata" ma:readOnly="true" name="MediaServiceFastMetadata" ma:displayName="MediaServiceFastMetadata" nillable="true">
      <xsd:simpleType>
        <xsd:restriction base="dms:Note"/>
      </xsd:simpleType>
    </xsd:element>
    <xsd:element ma:index="10" ma:internalName="MediaServiceAutoTags" ma:readOnly="true" name="MediaServiceAutoTags" ma:displayName="Tags" nillable="true">
      <xsd:simpleType>
        <xsd:restriction base="dms:Text"/>
      </xsd:simpleType>
    </xsd:element>
    <xsd:element ma:index="11" ma:hidden="true" ma:internalName="MediaServiceGenerationTime" ma:readOnly="true" name="MediaServiceGenerationTime" ma:displayName="MediaServiceGenerationTime" nillable="true">
      <xsd:simpleType>
        <xsd:restriction base="dms:Text"/>
      </xsd:simpleType>
    </xsd:element>
    <xsd:element ma:index="12" ma:hidden="true" ma:internalName="MediaServiceEventHashCode" ma:readOnly="true" name="MediaServiceEventHashCode" ma:displayName="MediaServiceEventHashCode" nillable="true">
      <xsd:simpleType>
        <xsd:restriction base="dms:Text"/>
      </xsd:simpleType>
    </xsd:element>
    <xsd:element ma:index="13" ma:hidden="true" ma:internalName="MediaServiceDateTaken" ma:readOnly="true" name="MediaServiceDateTaken" ma:displayName="MediaServiceDateTaken" nillable="true">
      <xsd:simpleType>
        <xsd:restriction base="dms:Text"/>
      </xsd:simpleType>
    </xsd:element>
    <xsd:element ma:index="14" ma:internalName="MediaServiceOCR" ma:readOnly="true" name="MediaServiceOCR" ma:displayName="Extracted Text" nillable="true">
      <xsd:simpleType>
        <xsd:restriction base="dms:Note">
          <xsd:maxLength value="255"/>
        </xsd:restriction>
      </xsd:simpleType>
    </xsd:element>
    <xsd:element ma:index="15" ma:hidden="true" ma:internalName="MediaServiceAutoKeyPoints" ma:readOnly="true" name="MediaServiceAutoKeyPoints" ma:displayName="MediaServiceAutoKeyPoints" nillable="true">
      <xsd:simpleType>
        <xsd:restriction base="dms:Note"/>
      </xsd:simpleType>
    </xsd:element>
    <xsd:element ma:index="16" ma:internalName="MediaServiceKeyPoints" ma:readOnly="true" name="MediaServiceKeyPoints" ma:displayName="KeyPoints" nillable="true">
      <xsd:simpleType>
        <xsd:restriction base="dms:Note">
          <xsd:maxLength value="255"/>
        </xsd:restriction>
      </xsd:simpleType>
    </xsd:element>
    <xsd:element ma:index="17" ma:internalName="MediaServiceLocation" ma:readOnly="true" name="MediaServiceLocation" ma:displayName="Location" nillable="true">
      <xsd:simpleType>
        <xsd:restriction base="dms:Text"/>
      </xsd:simpleType>
    </xsd:element>
    <xsd:element ma:index="18" ma:internalName="MediaLengthInSeconds" ma:readOnly="true" name="MediaLengthInSeconds" ma:displayName="Length (seconds)" nillable="true">
      <xsd:simpleType>
        <xsd:restriction base="dms:Unknown"/>
      </xsd:simpleType>
    </xsd:element>
    <xsd:element ma:index="19" ma:hidden="true" ma:internalName="MediaServiceObjectDetectorVersions" ma:readOnly="true" name="MediaServiceObjectDetectorVersions" ma:displayName="MediaServiceObjectDetectorVersions" ma:description="" ma:indexed="true" nillable="true">
      <xsd:simpleType>
        <xsd:restriction base="dms:Text"/>
      </xsd:simpleType>
    </xsd:element>
    <xsd:element ma:index="20" ma:hidden="true" ma:internalName="MediaServiceSystemTags" ma:readOnly="true" name="MediaServiceSystemTags" ma:displayName="MediaServiceSystemTags" nillable="true">
      <xsd:simpleType>
        <xsd:restriction base="dms:Note"/>
      </xsd:simpleType>
    </xsd:element>
    <xsd:element ma:index="21" ma:hidden="true" ma:internalName="MediaServiceSearchProperties" ma:readOnly="true" name="MediaServiceSearchProperties" ma:displayName="MediaServiceSearchProperties" nillable="true">
      <xsd:simpleType>
        <xsd:restriction base="dms:Note"/>
      </xsd:simpleType>
    </xsd:element>
  </xsd:schema>
  <xsd:schema xmlns:dc="http://purl.org/dc/elements/1.1/" xmlns:dcterms="http://purl.org/dc/terms/" xmlns:xsd="http://www.w3.org/2001/XMLSchema" xmlns:xsi="http://www.w3.org/2001/XMLSchema-instance" xmlns="http://schemas.openxmlformats.org/package/2006/metadata/core-properties" xmlns:odoc="http://schemas.microsoft.com/internal/obd" attributeFormDefault="unqualified" elementFormDefault="qualified" targetNamespace="http://schemas.openxmlformats.org/package/2006/metadata/core-properties" blockDefault="#all">
    <xsd:import schemaLocation="http://dublincore.org/schemas/xmls/qdc/2003/04/02/dc.xsd" namespace="http://purl.org/dc/elements/1.1/"/>
    <xsd:import schemaLocation="http://dublincore.org/schemas/xmls/qdc/2003/04/02/dcterms.xsd" namespace="http://purl.org/dc/terms/"/>
    <xsd:element type="CT_coreProperties" name="coreProperties"/>
    <xsd:complexType name="CT_coreProperties">
      <xsd:all>
        <xsd:element maxOccurs="1" minOccurs="0" ref="dc:creator"/>
        <xsd:element maxOccurs="1" minOccurs="0" ref="dcterms:created"/>
        <xsd:element maxOccurs="1" minOccurs="0" ref="dc:identifier"/>
        <xsd:element type="xsd:string" ma:index="0" name="contentType" ma:displayName="Content Type" maxOccurs="1" minOccurs="0"/>
        <xsd:element ma:index="4" ma:displayName="Title" maxOccurs="1" minOccurs="0" ref="dc:title"/>
        <xsd:element maxOccurs="1" minOccurs="0" ref="dc:subject"/>
        <xsd:element maxOccurs="1" minOccurs="0" ref="dc:description"/>
        <xsd:element type="xsd:string" name="keywords" maxOccurs="1" minOccurs="0"/>
        <xsd:element maxOccurs="1" minOccurs="0" ref="dc:language"/>
        <xsd:element type="xsd:string" name="category" maxOccurs="1" minOccurs="0"/>
        <xsd:element type="xsd:string" name="version" maxOccurs="1" minOccurs="0"/>
        <xsd:element type="xsd:string" name="revision" maxOccurs="1" minOccurs="0">
          <xsd:annotation>
            <xsd:documentation>
                        This value indicates the number of saves or revisions. The application is responsible for updating this value after each revision.
                    </xsd:documentation>
          </xsd:annotation>
        </xsd:element>
        <xsd:element type="xsd:string" name="lastModifiedBy" maxOccurs="1" minOccurs="0"/>
        <xsd:element maxOccurs="1" minOccurs="0" ref="dcterms:modified"/>
        <xsd:element type="xsd:string" name="contentStatus" maxOccurs="1" minOccurs="0"/>
      </xsd:all>
    </xsd:complexType>
  </xsd:schema>
  <xs:schema xmlns:pc="http://schemas.microsoft.com/office/infopath/2007/PartnerControls" xmlns:xs="http://www.w3.org/2001/XMLSchema" attributeFormDefault="unqualified" elementFormDefault="qualified" targetNamespace="http://schemas.microsoft.com/office/infopath/2007/PartnerControls">
    <xs:element name="Person">
      <xs:complexType>
        <xs:sequence>
          <xs:element minOccurs="0" ref="pc:DisplayName"/>
          <xs:element minOccurs="0" ref="pc:AccountId"/>
          <xs:element minOccurs="0" ref="pc:AccountType"/>
        </xs:sequence>
      </xs:complexType>
    </xs:element>
    <xs:element type="xs:string" name="DisplayName"/>
    <xs:element type="xs:string" name="AccountId"/>
    <xs:element type="xs:string" name="AccountType"/>
    <xs:element name="BDCAssociatedEntity">
      <xs:complexType>
        <xs:sequence>
          <xs:element maxOccurs="unbounded" minOccurs="0" ref="pc:BDCEntity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type="xs:string" name="EntityNamespace"/>
    <xs:attribute type="xs:string" name="EntityName"/>
    <xs:attribute type="xs:string" name="SystemInstanceName"/>
    <xs:attribute type="xs:string" name="AssociationName"/>
    <xs:element name="BDCEntity">
      <xs:complexType>
        <xs:sequence>
          <xs:element minOccurs="0" ref="pc:EntityDisplayName"/>
          <xs:element minOccurs="0" ref="pc:EntityInstanceReference"/>
          <xs:element minOccurs="0" ref="pc:EntityId1"/>
          <xs:element minOccurs="0" ref="pc:EntityId2"/>
          <xs:element minOccurs="0" ref="pc:EntityId3"/>
          <xs:element minOccurs="0" ref="pc:EntityId4"/>
          <xs:element minOccurs="0" ref="pc:EntityId5"/>
        </xs:sequence>
      </xs:complexType>
    </xs:element>
    <xs:element type="xs:string" name="EntityDisplayName"/>
    <xs:element type="xs:string" name="EntityInstanceReference"/>
    <xs:element type="xs:string" name="EntityId1"/>
    <xs:element type="xs:string" name="EntityId2"/>
    <xs:element type="xs:string" name="EntityId3"/>
    <xs:element type="xs:string" name="EntityId4"/>
    <xs:element type="xs:string" name="EntityId5"/>
    <xs:element name="Terms">
      <xs:complexType>
        <xs:sequence>
          <xs:element maxOccurs="unbounded" minOccurs="0" ref="pc:TermInfo"/>
        </xs:sequence>
      </xs:complexType>
    </xs:element>
    <xs:element name="TermInfo">
      <xs:complexType>
        <xs:sequence>
          <xs:element minOccurs="0" ref="pc:TermName"/>
          <xs:element minOccurs="0" ref="pc:TermId"/>
        </xs:sequence>
      </xs:complexType>
    </xs:element>
    <xs:element type="xs:string" name="TermName"/>
    <xs:element type="xs:string" name="TermId"/>
  </xs:schema>
</ct:contentTypeSchema>
</file>

<file path=customXml/item2.xml><?xml version="1.0" encoding="utf-8"?>
<p:properties xmlns:p="http://schemas.microsoft.com/office/2006/metadata/properties" xmlns:pc="http://schemas.microsoft.com/office/infopath/2007/PartnerControl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E73592-5B0A-40BB-934E-CB58F3BEA33A}">
  <ds:schemaRefs/>
</ds:datastoreItem>
</file>

<file path=customXml/itemProps2.xml><?xml version="1.0" encoding="utf-8"?>
<ds:datastoreItem xmlns:ds="http://schemas.openxmlformats.org/officeDocument/2006/customXml" ds:itemID="{D0C2065C-10D2-4E0F-9EA0-B4F02D97E9AB}">
  <ds:schemaRefs/>
</ds:datastoreItem>
</file>

<file path=customXml/itemProps3.xml><?xml version="1.0" encoding="utf-8"?>
<ds:datastoreItem xmlns:ds="http://schemas.openxmlformats.org/officeDocument/2006/customXml" ds:itemID="{89E6F540-1808-45CF-AAC8-56B32EB1537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1054</Words>
  <Application>WPS 演示</Application>
  <PresentationFormat>宽屏</PresentationFormat>
  <Paragraphs>90</Paragraphs>
  <Slides>33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33</vt:i4>
      </vt:variant>
    </vt:vector>
  </HeadingPairs>
  <TitlesOfParts>
    <vt:vector size="64" baseType="lpstr">
      <vt:lpstr>Arial</vt:lpstr>
      <vt:lpstr>宋体</vt:lpstr>
      <vt:lpstr>Wingdings</vt:lpstr>
      <vt:lpstr>等线</vt:lpstr>
      <vt:lpstr>阿里巴巴普惠体 R</vt:lpstr>
      <vt:lpstr>阿里巴巴普惠体 B</vt:lpstr>
      <vt:lpstr>苹方-简</vt:lpstr>
      <vt:lpstr>思源黑体 CN Medium</vt:lpstr>
      <vt:lpstr>汉仪中黑KW</vt:lpstr>
      <vt:lpstr>思源黑体 CN Normal</vt:lpstr>
      <vt:lpstr>汉仪中等线KW</vt:lpstr>
      <vt:lpstr>微软雅黑</vt:lpstr>
      <vt:lpstr>汉仪旗黑</vt:lpstr>
      <vt:lpstr>宋体</vt:lpstr>
      <vt:lpstr>Arial Unicode MS</vt:lpstr>
      <vt:lpstr>等线 Light</vt:lpstr>
      <vt:lpstr>Segoe UI</vt:lpstr>
      <vt:lpstr>Segoe UI Light</vt:lpstr>
      <vt:lpstr>微软雅黑 Light</vt:lpstr>
      <vt:lpstr>Calibri</vt:lpstr>
      <vt:lpstr>Helvetica Neue</vt:lpstr>
      <vt:lpstr>汉仪书宋二KW</vt:lpstr>
      <vt:lpstr>微软雅黑</vt:lpstr>
      <vt:lpstr>思源黑体 CN Medium</vt:lpstr>
      <vt:lpstr>思源黑体 CN Normal</vt:lpstr>
      <vt:lpstr>等线</vt:lpstr>
      <vt:lpstr>阿里巴巴普惠体 B</vt:lpstr>
      <vt:lpstr>阿里巴巴普惠体 R</vt:lpstr>
      <vt:lpstr>Office 主题​​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  <Manager>www.51pptmoban.com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西南大学 论文答辩</dc:title>
  <dc:creator>小春</dc:creator>
  <cp:keywords>51PPT模板网</cp:keywords>
  <dc:description>www.51pptmoban.com</dc:description>
  <cp:lastModifiedBy>王皙晶</cp:lastModifiedBy>
  <cp:revision>1032</cp:revision>
  <dcterms:created xsi:type="dcterms:W3CDTF">2026-06-28T05:31:56Z</dcterms:created>
  <dcterms:modified xsi:type="dcterms:W3CDTF">2026-06-28T05:31:56Z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B175D9BCCE16487A8137978DDF27CB38</vt:lpwstr>
  </property>
  <property fmtid="{D5CDD505-2E9C-101B-9397-08002B2CF9AE}" pid="3" name="KSOProductBuildVer">
    <vt:lpwstr>2052-12.1.25895.25895</vt:lpwstr>
  </property>
  <property fmtid="{D5CDD505-2E9C-101B-9397-08002B2CF9AE}" pid="4" name="ContentTypeId">
    <vt:lpwstr>0x010100B46CF4D12F6D274388BA24624B09F71E</vt:lpwstr>
  </property>
</Properties>
</file>